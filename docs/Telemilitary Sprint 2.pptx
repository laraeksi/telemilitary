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Space Grotesk Light"/>
      <p:regular r:id="rId20"/>
      <p:bold r:id="rId21"/>
    </p:embeddedFont>
    <p:embeddedFont>
      <p:font typeface="Space Grotesk Medium"/>
      <p:regular r:id="rId22"/>
      <p:bold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Light-regular.fntdata"/><Relationship Id="rId22" Type="http://schemas.openxmlformats.org/officeDocument/2006/relationships/font" Target="fonts/SpaceGroteskMedium-regular.fntdata"/><Relationship Id="rId21" Type="http://schemas.openxmlformats.org/officeDocument/2006/relationships/font" Target="fonts/SpaceGroteskLight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SpaceGrotesk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16a6e3b48_0_2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16a6e3b4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16a6e3b4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d16a6e3b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16a6e3b4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d16a6e3b4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16a6e3b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16a6e3b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18f569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d18f5698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18f56982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d18f56982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16a6e3b48_0_5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d16a6e3b48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d16a6e3b4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d16a6e3b4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A0A1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A0A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0A0A14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A0A1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0A0A1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rgbClr val="0A0A14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0A0A14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solidFill>
          <a:srgbClr val="0A0A1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rgbClr val="0A0A1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0A0A1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0A0A1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716836" y="3471413"/>
            <a:ext cx="7775700" cy="115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2" type="title"/>
          </p:nvPr>
        </p:nvSpPr>
        <p:spPr>
          <a:xfrm>
            <a:off x="699978" y="5565625"/>
            <a:ext cx="4909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3" type="title"/>
          </p:nvPr>
        </p:nvSpPr>
        <p:spPr>
          <a:xfrm>
            <a:off x="716836" y="4612333"/>
            <a:ext cx="7673400" cy="90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4" type="title"/>
          </p:nvPr>
        </p:nvSpPr>
        <p:spPr>
          <a:xfrm>
            <a:off x="699978" y="979025"/>
            <a:ext cx="4299000" cy="24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89" name="Google Shape;89;p14"/>
          <p:cNvGrpSpPr/>
          <p:nvPr/>
        </p:nvGrpSpPr>
        <p:grpSpPr>
          <a:xfrm>
            <a:off x="6871890" y="668861"/>
            <a:ext cx="139297" cy="147429"/>
            <a:chOff x="2601950" y="1974675"/>
            <a:chExt cx="2474200" cy="1963100"/>
          </a:xfrm>
        </p:grpSpPr>
        <p:sp>
          <p:nvSpPr>
            <p:cNvPr id="90" name="Google Shape;90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7517552" y="2305261"/>
            <a:ext cx="139297" cy="147429"/>
            <a:chOff x="2601950" y="1974675"/>
            <a:chExt cx="2474200" cy="1963100"/>
          </a:xfrm>
        </p:grpSpPr>
        <p:sp>
          <p:nvSpPr>
            <p:cNvPr id="98" name="Google Shape;98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4265152" y="5701295"/>
            <a:ext cx="139297" cy="147429"/>
            <a:chOff x="2601950" y="1974675"/>
            <a:chExt cx="2474200" cy="1963100"/>
          </a:xfrm>
        </p:grpSpPr>
        <p:sp>
          <p:nvSpPr>
            <p:cNvPr id="106" name="Google Shape;106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2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3696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624">
          <p15:clr>
            <a:srgbClr val="E46962"/>
          </p15:clr>
        </p15:guide>
        <p15:guide id="8" orient="horz" pos="410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0" y="0"/>
            <a:ext cx="9144000" cy="3811971"/>
            <a:chOff x="0" y="0"/>
            <a:chExt cx="9144000" cy="2859050"/>
          </a:xfrm>
        </p:grpSpPr>
        <p:grpSp>
          <p:nvGrpSpPr>
            <p:cNvPr id="115" name="Google Shape;11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123" name="Google Shape;12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1821150" y="336800"/>
            <a:ext cx="2653500" cy="12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title"/>
          </p:nvPr>
        </p:nvSpPr>
        <p:spPr>
          <a:xfrm>
            <a:off x="252600" y="5499767"/>
            <a:ext cx="8638800" cy="120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3696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4728000" y="2710233"/>
            <a:ext cx="1408200" cy="196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29" name="Google Shape;129;p16"/>
          <p:cNvGrpSpPr/>
          <p:nvPr/>
        </p:nvGrpSpPr>
        <p:grpSpPr>
          <a:xfrm>
            <a:off x="4153925" y="0"/>
            <a:ext cx="4990175" cy="6857729"/>
            <a:chOff x="4153925" y="0"/>
            <a:chExt cx="4990175" cy="5143425"/>
          </a:xfrm>
        </p:grpSpPr>
        <p:sp>
          <p:nvSpPr>
            <p:cNvPr id="130" name="Google Shape;13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4" name="Google Shape;134;p16"/>
          <p:cNvSpPr txBox="1"/>
          <p:nvPr>
            <p:ph type="title"/>
          </p:nvPr>
        </p:nvSpPr>
        <p:spPr>
          <a:xfrm>
            <a:off x="252600" y="360967"/>
            <a:ext cx="4216200" cy="115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252600" y="2631500"/>
            <a:ext cx="3128700" cy="3889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36" name="Google Shape;136;p16"/>
          <p:cNvSpPr/>
          <p:nvPr>
            <p:ph idx="2" type="pic"/>
          </p:nvPr>
        </p:nvSpPr>
        <p:spPr>
          <a:xfrm>
            <a:off x="4468800" y="1211567"/>
            <a:ext cx="3936300" cy="41547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3" type="pic"/>
          </p:nvPr>
        </p:nvSpPr>
        <p:spPr>
          <a:xfrm>
            <a:off x="4153925" y="2304599"/>
            <a:ext cx="3586800" cy="3562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624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3696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6462300" y="2849200"/>
            <a:ext cx="2681700" cy="15297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094200" y="0"/>
            <a:ext cx="3049800" cy="90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59200" y="417900"/>
            <a:ext cx="3049800" cy="48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42" name="Google Shape;142;p17"/>
          <p:cNvSpPr/>
          <p:nvPr/>
        </p:nvSpPr>
        <p:spPr>
          <a:xfrm rot="-5400000">
            <a:off x="5451300" y="3413600"/>
            <a:ext cx="624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728000" y="2710233"/>
            <a:ext cx="1408200" cy="196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44" name="Google Shape;144;p17"/>
          <p:cNvGrpSpPr/>
          <p:nvPr/>
        </p:nvGrpSpPr>
        <p:grpSpPr>
          <a:xfrm>
            <a:off x="3632100" y="0"/>
            <a:ext cx="5511900" cy="6857862"/>
            <a:chOff x="3632100" y="0"/>
            <a:chExt cx="5511900" cy="5143525"/>
          </a:xfrm>
        </p:grpSpPr>
        <p:sp>
          <p:nvSpPr>
            <p:cNvPr id="145" name="Google Shape;14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50" name="Google Shape;150;p17"/>
          <p:cNvSpPr txBox="1"/>
          <p:nvPr>
            <p:ph idx="1" type="subTitle"/>
          </p:nvPr>
        </p:nvSpPr>
        <p:spPr>
          <a:xfrm>
            <a:off x="160431" y="224139"/>
            <a:ext cx="2653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51" name="Google Shape;151;p17"/>
          <p:cNvSpPr txBox="1"/>
          <p:nvPr>
            <p:ph idx="2" type="body"/>
          </p:nvPr>
        </p:nvSpPr>
        <p:spPr>
          <a:xfrm>
            <a:off x="252600" y="5063133"/>
            <a:ext cx="3049800" cy="145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252600" y="3788133"/>
            <a:ext cx="4288200" cy="115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53" name="Google Shape;153;p17"/>
          <p:cNvSpPr/>
          <p:nvPr>
            <p:ph idx="3" type="pic"/>
          </p:nvPr>
        </p:nvSpPr>
        <p:spPr>
          <a:xfrm>
            <a:off x="4634854" y="837246"/>
            <a:ext cx="3444300" cy="436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8"/>
          <p:cNvGrpSpPr/>
          <p:nvPr/>
        </p:nvGrpSpPr>
        <p:grpSpPr>
          <a:xfrm>
            <a:off x="2230528" y="1477840"/>
            <a:ext cx="4915231" cy="3920795"/>
            <a:chOff x="2230528" y="1108408"/>
            <a:chExt cx="4915231" cy="2940670"/>
          </a:xfrm>
        </p:grpSpPr>
        <p:sp>
          <p:nvSpPr>
            <p:cNvPr id="156" name="Google Shape;15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60" name="Google Shape;160;p18"/>
          <p:cNvSpPr txBox="1"/>
          <p:nvPr>
            <p:ph type="title"/>
          </p:nvPr>
        </p:nvSpPr>
        <p:spPr>
          <a:xfrm>
            <a:off x="2420613" y="1733303"/>
            <a:ext cx="4262400" cy="13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192376" y="3248833"/>
            <a:ext cx="1356300" cy="20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62" name="Google Shape;162;p18"/>
          <p:cNvSpPr txBox="1"/>
          <p:nvPr>
            <p:ph idx="2" type="body"/>
          </p:nvPr>
        </p:nvSpPr>
        <p:spPr>
          <a:xfrm>
            <a:off x="5712456" y="3248833"/>
            <a:ext cx="1356300" cy="20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3" type="body"/>
          </p:nvPr>
        </p:nvSpPr>
        <p:spPr>
          <a:xfrm>
            <a:off x="2230525" y="3248833"/>
            <a:ext cx="1878300" cy="27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>
            <p:ph idx="2" type="pic"/>
          </p:nvPr>
        </p:nvSpPr>
        <p:spPr>
          <a:xfrm>
            <a:off x="743700" y="2258333"/>
            <a:ext cx="3974100" cy="3603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6" name="Google Shape;166;p19"/>
          <p:cNvGrpSpPr/>
          <p:nvPr/>
        </p:nvGrpSpPr>
        <p:grpSpPr>
          <a:xfrm>
            <a:off x="743700" y="989709"/>
            <a:ext cx="7047725" cy="4876411"/>
            <a:chOff x="743700" y="742300"/>
            <a:chExt cx="7047725" cy="3657400"/>
          </a:xfrm>
        </p:grpSpPr>
        <p:sp>
          <p:nvSpPr>
            <p:cNvPr id="167" name="Google Shape;16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74" name="Google Shape;174;p19"/>
          <p:cNvSpPr/>
          <p:nvPr/>
        </p:nvSpPr>
        <p:spPr>
          <a:xfrm>
            <a:off x="4718150" y="3785500"/>
            <a:ext cx="1465200" cy="76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183250" y="4454667"/>
            <a:ext cx="1245300" cy="141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6" name="Google Shape;176;p19"/>
          <p:cNvSpPr txBox="1"/>
          <p:nvPr>
            <p:ph type="title"/>
          </p:nvPr>
        </p:nvSpPr>
        <p:spPr>
          <a:xfrm>
            <a:off x="1032350" y="982700"/>
            <a:ext cx="3651300" cy="20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7" name="Google Shape;177;p19"/>
          <p:cNvSpPr txBox="1"/>
          <p:nvPr>
            <p:ph idx="3" type="title"/>
          </p:nvPr>
        </p:nvSpPr>
        <p:spPr>
          <a:xfrm>
            <a:off x="6183250" y="4181467"/>
            <a:ext cx="22170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4" type="title"/>
          </p:nvPr>
        </p:nvSpPr>
        <p:spPr>
          <a:xfrm>
            <a:off x="4713425" y="2300233"/>
            <a:ext cx="2991300" cy="16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5" type="title"/>
          </p:nvPr>
        </p:nvSpPr>
        <p:spPr>
          <a:xfrm>
            <a:off x="5340025" y="977700"/>
            <a:ext cx="3287400" cy="12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80" name="Google Shape;180;p19"/>
          <p:cNvSpPr/>
          <p:nvPr>
            <p:ph idx="6" type="pic"/>
          </p:nvPr>
        </p:nvSpPr>
        <p:spPr>
          <a:xfrm>
            <a:off x="6183250" y="4459667"/>
            <a:ext cx="2217000" cy="140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9"/>
          <p:cNvSpPr txBox="1"/>
          <p:nvPr>
            <p:ph idx="7" type="title"/>
          </p:nvPr>
        </p:nvSpPr>
        <p:spPr>
          <a:xfrm>
            <a:off x="4804625" y="3950000"/>
            <a:ext cx="1317600" cy="22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2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624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/>
          <p:nvPr/>
        </p:nvSpPr>
        <p:spPr>
          <a:xfrm>
            <a:off x="743700" y="2762633"/>
            <a:ext cx="357300" cy="68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4" name="Google Shape;184;p20"/>
          <p:cNvSpPr/>
          <p:nvPr>
            <p:ph idx="2" type="pic"/>
          </p:nvPr>
        </p:nvSpPr>
        <p:spPr>
          <a:xfrm>
            <a:off x="978875" y="2762633"/>
            <a:ext cx="3761700" cy="35736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0"/>
          <p:cNvSpPr/>
          <p:nvPr/>
        </p:nvSpPr>
        <p:spPr>
          <a:xfrm>
            <a:off x="743700" y="991600"/>
            <a:ext cx="4529700" cy="18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285575" y="2719467"/>
            <a:ext cx="385200" cy="110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42950" y="4131400"/>
            <a:ext cx="13599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718150" y="5178933"/>
            <a:ext cx="765000" cy="11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800525" y="2719467"/>
            <a:ext cx="1004100" cy="94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718150" y="504667"/>
            <a:ext cx="3552000" cy="536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20"/>
          <p:cNvSpPr txBox="1"/>
          <p:nvPr>
            <p:ph type="title"/>
          </p:nvPr>
        </p:nvSpPr>
        <p:spPr>
          <a:xfrm>
            <a:off x="4946700" y="831467"/>
            <a:ext cx="3093300" cy="22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92" name="Google Shape;192;p20"/>
          <p:cNvSpPr/>
          <p:nvPr>
            <p:ph idx="3" type="pic"/>
          </p:nvPr>
        </p:nvSpPr>
        <p:spPr>
          <a:xfrm>
            <a:off x="742950" y="4788200"/>
            <a:ext cx="1359900" cy="1294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0"/>
          <p:cNvSpPr txBox="1"/>
          <p:nvPr>
            <p:ph idx="4" type="title"/>
          </p:nvPr>
        </p:nvSpPr>
        <p:spPr>
          <a:xfrm>
            <a:off x="883025" y="1063290"/>
            <a:ext cx="3921600" cy="12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94" name="Google Shape;194;p20"/>
          <p:cNvSpPr/>
          <p:nvPr/>
        </p:nvSpPr>
        <p:spPr>
          <a:xfrm>
            <a:off x="956075" y="2464033"/>
            <a:ext cx="357300" cy="79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95" name="Google Shape;195;p20"/>
          <p:cNvSpPr txBox="1"/>
          <p:nvPr>
            <p:ph idx="5" type="title"/>
          </p:nvPr>
        </p:nvSpPr>
        <p:spPr>
          <a:xfrm>
            <a:off x="883025" y="2406967"/>
            <a:ext cx="3093300" cy="3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title"/>
          </p:nvPr>
        </p:nvSpPr>
        <p:spPr>
          <a:xfrm>
            <a:off x="812500" y="4346267"/>
            <a:ext cx="1463700" cy="6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2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624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3721600" y="4168600"/>
            <a:ext cx="13848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99" name="Google Shape;199;p21"/>
          <p:cNvSpPr/>
          <p:nvPr>
            <p:ph idx="2" type="pic"/>
          </p:nvPr>
        </p:nvSpPr>
        <p:spPr>
          <a:xfrm>
            <a:off x="0" y="0"/>
            <a:ext cx="2546700" cy="47775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1"/>
          <p:cNvSpPr/>
          <p:nvPr>
            <p:ph idx="3" type="pic"/>
          </p:nvPr>
        </p:nvSpPr>
        <p:spPr>
          <a:xfrm>
            <a:off x="280475" y="632851"/>
            <a:ext cx="2940900" cy="62253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1"/>
          <p:cNvSpPr/>
          <p:nvPr/>
        </p:nvSpPr>
        <p:spPr>
          <a:xfrm>
            <a:off x="3596536" y="338431"/>
            <a:ext cx="10821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2" name="Google Shape;202;p21"/>
          <p:cNvSpPr txBox="1"/>
          <p:nvPr>
            <p:ph idx="4" type="body"/>
          </p:nvPr>
        </p:nvSpPr>
        <p:spPr>
          <a:xfrm>
            <a:off x="5511500" y="4168600"/>
            <a:ext cx="13848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03" name="Google Shape;203;p21"/>
          <p:cNvSpPr txBox="1"/>
          <p:nvPr>
            <p:ph idx="5" type="body"/>
          </p:nvPr>
        </p:nvSpPr>
        <p:spPr>
          <a:xfrm>
            <a:off x="7293076" y="4168600"/>
            <a:ext cx="14610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04" name="Google Shape;204;p21"/>
          <p:cNvSpPr txBox="1"/>
          <p:nvPr>
            <p:ph type="title"/>
          </p:nvPr>
        </p:nvSpPr>
        <p:spPr>
          <a:xfrm>
            <a:off x="3598725" y="1981117"/>
            <a:ext cx="4801500" cy="10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6" type="subTitle"/>
          </p:nvPr>
        </p:nvSpPr>
        <p:spPr>
          <a:xfrm>
            <a:off x="3721600" y="3612367"/>
            <a:ext cx="1574700" cy="3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7" type="subTitle"/>
          </p:nvPr>
        </p:nvSpPr>
        <p:spPr>
          <a:xfrm>
            <a:off x="5511500" y="3612367"/>
            <a:ext cx="1574700" cy="3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8" type="subTitle"/>
          </p:nvPr>
        </p:nvSpPr>
        <p:spPr>
          <a:xfrm>
            <a:off x="7293076" y="3618165"/>
            <a:ext cx="1598400" cy="3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9" type="title"/>
          </p:nvPr>
        </p:nvSpPr>
        <p:spPr>
          <a:xfrm>
            <a:off x="3596525" y="697233"/>
            <a:ext cx="5295000" cy="11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9" name="Google Shape;209;p21"/>
          <p:cNvGrpSpPr/>
          <p:nvPr/>
        </p:nvGrpSpPr>
        <p:grpSpPr>
          <a:xfrm>
            <a:off x="4430888" y="430718"/>
            <a:ext cx="149937" cy="158618"/>
            <a:chOff x="2601950" y="1974675"/>
            <a:chExt cx="2474200" cy="1963100"/>
          </a:xfrm>
        </p:grpSpPr>
        <p:sp>
          <p:nvSpPr>
            <p:cNvPr id="210" name="Google Shape;210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7" name="Google Shape;217;p21"/>
          <p:cNvGrpSpPr/>
          <p:nvPr/>
        </p:nvGrpSpPr>
        <p:grpSpPr>
          <a:xfrm>
            <a:off x="3680513" y="430718"/>
            <a:ext cx="149937" cy="158618"/>
            <a:chOff x="2601950" y="1974675"/>
            <a:chExt cx="2474200" cy="1963100"/>
          </a:xfrm>
        </p:grpSpPr>
        <p:sp>
          <p:nvSpPr>
            <p:cNvPr id="218" name="Google Shape;218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4062602" y="430708"/>
            <a:ext cx="149940" cy="158624"/>
            <a:chOff x="4062602" y="323039"/>
            <a:chExt cx="149940" cy="118971"/>
          </a:xfrm>
        </p:grpSpPr>
        <p:sp>
          <p:nvSpPr>
            <p:cNvPr id="226" name="Google Shape;226;p2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orient="horz" pos="4108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12">
          <p15:clr>
            <a:srgbClr val="E46962"/>
          </p15:clr>
        </p15:guide>
        <p15:guide id="7" orient="horz" pos="3696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245425" y="2084767"/>
            <a:ext cx="3155400" cy="12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1" type="subTitle"/>
          </p:nvPr>
        </p:nvSpPr>
        <p:spPr>
          <a:xfrm>
            <a:off x="364813" y="3621085"/>
            <a:ext cx="1527900" cy="3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2" type="subTitle"/>
          </p:nvPr>
        </p:nvSpPr>
        <p:spPr>
          <a:xfrm>
            <a:off x="3320475" y="3621085"/>
            <a:ext cx="1527900" cy="3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3" type="subTitle"/>
          </p:nvPr>
        </p:nvSpPr>
        <p:spPr>
          <a:xfrm>
            <a:off x="6273125" y="3621093"/>
            <a:ext cx="1548300" cy="3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4" name="Google Shape;234;p22"/>
          <p:cNvSpPr/>
          <p:nvPr/>
        </p:nvSpPr>
        <p:spPr>
          <a:xfrm>
            <a:off x="252611" y="338431"/>
            <a:ext cx="10821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p22"/>
          <p:cNvSpPr txBox="1"/>
          <p:nvPr>
            <p:ph idx="4" type="title"/>
          </p:nvPr>
        </p:nvSpPr>
        <p:spPr>
          <a:xfrm>
            <a:off x="252600" y="697233"/>
            <a:ext cx="5295000" cy="11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36" name="Google Shape;236;p22"/>
          <p:cNvGrpSpPr/>
          <p:nvPr/>
        </p:nvGrpSpPr>
        <p:grpSpPr>
          <a:xfrm>
            <a:off x="1093863" y="430718"/>
            <a:ext cx="149937" cy="158618"/>
            <a:chOff x="2601950" y="1974675"/>
            <a:chExt cx="2474200" cy="1963100"/>
          </a:xfrm>
        </p:grpSpPr>
        <p:sp>
          <p:nvSpPr>
            <p:cNvPr id="237" name="Google Shape;23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44" name="Google Shape;244;p22"/>
          <p:cNvGrpSpPr/>
          <p:nvPr/>
        </p:nvGrpSpPr>
        <p:grpSpPr>
          <a:xfrm>
            <a:off x="343488" y="430718"/>
            <a:ext cx="149937" cy="158618"/>
            <a:chOff x="2601950" y="1974675"/>
            <a:chExt cx="2474200" cy="1963100"/>
          </a:xfrm>
        </p:grpSpPr>
        <p:sp>
          <p:nvSpPr>
            <p:cNvPr id="245" name="Google Shape;245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52" name="Google Shape;252;p22"/>
          <p:cNvGrpSpPr/>
          <p:nvPr/>
        </p:nvGrpSpPr>
        <p:grpSpPr>
          <a:xfrm>
            <a:off x="725577" y="430708"/>
            <a:ext cx="149940" cy="158624"/>
            <a:chOff x="4062602" y="323039"/>
            <a:chExt cx="149940" cy="118971"/>
          </a:xfrm>
        </p:grpSpPr>
        <p:sp>
          <p:nvSpPr>
            <p:cNvPr id="253" name="Google Shape;253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364813" y="4168600"/>
            <a:ext cx="24717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57" name="Google Shape;257;p22"/>
          <p:cNvSpPr txBox="1"/>
          <p:nvPr>
            <p:ph idx="6" type="body"/>
          </p:nvPr>
        </p:nvSpPr>
        <p:spPr>
          <a:xfrm>
            <a:off x="3320475" y="4168600"/>
            <a:ext cx="24717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7" type="body"/>
          </p:nvPr>
        </p:nvSpPr>
        <p:spPr>
          <a:xfrm>
            <a:off x="6273125" y="4168604"/>
            <a:ext cx="2443500" cy="21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orient="horz" pos="4108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12">
          <p15:clr>
            <a:srgbClr val="E46962"/>
          </p15:clr>
        </p15:guide>
        <p15:guide id="7" orient="horz" pos="3696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>
            <p:ph type="title"/>
          </p:nvPr>
        </p:nvSpPr>
        <p:spPr>
          <a:xfrm>
            <a:off x="221375" y="298533"/>
            <a:ext cx="66681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" type="body"/>
          </p:nvPr>
        </p:nvSpPr>
        <p:spPr>
          <a:xfrm>
            <a:off x="6197276" y="3160433"/>
            <a:ext cx="2416800" cy="33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2" type="subTitle"/>
          </p:nvPr>
        </p:nvSpPr>
        <p:spPr>
          <a:xfrm>
            <a:off x="3311200" y="2125165"/>
            <a:ext cx="2057700" cy="31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3" type="subTitle"/>
          </p:nvPr>
        </p:nvSpPr>
        <p:spPr>
          <a:xfrm>
            <a:off x="6294303" y="2125165"/>
            <a:ext cx="2034600" cy="31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4" type="subTitle"/>
          </p:nvPr>
        </p:nvSpPr>
        <p:spPr>
          <a:xfrm>
            <a:off x="252600" y="1079000"/>
            <a:ext cx="2801700" cy="12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5" type="body"/>
          </p:nvPr>
        </p:nvSpPr>
        <p:spPr>
          <a:xfrm>
            <a:off x="3224231" y="3160433"/>
            <a:ext cx="2416800" cy="33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6" type="body"/>
          </p:nvPr>
        </p:nvSpPr>
        <p:spPr>
          <a:xfrm>
            <a:off x="252600" y="3160433"/>
            <a:ext cx="2187000" cy="8616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idx="7" type="body"/>
          </p:nvPr>
        </p:nvSpPr>
        <p:spPr>
          <a:xfrm>
            <a:off x="252600" y="4052209"/>
            <a:ext cx="2118600" cy="11685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24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3696">
          <p15:clr>
            <a:srgbClr val="E46962"/>
          </p15:clr>
        </p15:guide>
        <p15:guide id="8" orient="horz" pos="212">
          <p15:clr>
            <a:srgbClr val="E46962"/>
          </p15:clr>
        </p15:guide>
        <p15:guide id="9" orient="horz" pos="79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252600" y="1079000"/>
            <a:ext cx="2801700" cy="12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252600" y="3774719"/>
            <a:ext cx="2734200" cy="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71" name="Google Shape;271;p24"/>
          <p:cNvSpPr txBox="1"/>
          <p:nvPr>
            <p:ph type="title"/>
          </p:nvPr>
        </p:nvSpPr>
        <p:spPr>
          <a:xfrm>
            <a:off x="7520025" y="1266600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2" name="Google Shape;272;p24"/>
          <p:cNvSpPr txBox="1"/>
          <p:nvPr>
            <p:ph idx="3" type="title"/>
          </p:nvPr>
        </p:nvSpPr>
        <p:spPr>
          <a:xfrm>
            <a:off x="4390704" y="3171533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3" name="Google Shape;273;p24"/>
          <p:cNvSpPr txBox="1"/>
          <p:nvPr>
            <p:ph idx="4" type="title"/>
          </p:nvPr>
        </p:nvSpPr>
        <p:spPr>
          <a:xfrm>
            <a:off x="5919225" y="3019033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4" name="Google Shape;274;p24"/>
          <p:cNvSpPr txBox="1"/>
          <p:nvPr>
            <p:ph idx="5" type="title"/>
          </p:nvPr>
        </p:nvSpPr>
        <p:spPr>
          <a:xfrm>
            <a:off x="7251700" y="3171533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5" name="Google Shape;275;p24"/>
          <p:cNvSpPr txBox="1"/>
          <p:nvPr>
            <p:ph idx="6" type="title"/>
          </p:nvPr>
        </p:nvSpPr>
        <p:spPr>
          <a:xfrm>
            <a:off x="4390704" y="5208967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7" type="title"/>
          </p:nvPr>
        </p:nvSpPr>
        <p:spPr>
          <a:xfrm>
            <a:off x="5919225" y="5024800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7" name="Google Shape;277;p24"/>
          <p:cNvSpPr txBox="1"/>
          <p:nvPr>
            <p:ph idx="8" type="title"/>
          </p:nvPr>
        </p:nvSpPr>
        <p:spPr>
          <a:xfrm>
            <a:off x="7520025" y="4854900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8" name="Google Shape;278;p24"/>
          <p:cNvSpPr txBox="1"/>
          <p:nvPr>
            <p:ph idx="9" type="title"/>
          </p:nvPr>
        </p:nvSpPr>
        <p:spPr>
          <a:xfrm>
            <a:off x="4390704" y="1197433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9" name="Google Shape;279;p24"/>
          <p:cNvSpPr txBox="1"/>
          <p:nvPr>
            <p:ph idx="13" type="title"/>
          </p:nvPr>
        </p:nvSpPr>
        <p:spPr>
          <a:xfrm>
            <a:off x="5992500" y="1303267"/>
            <a:ext cx="846900" cy="4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14" type="title"/>
          </p:nvPr>
        </p:nvSpPr>
        <p:spPr>
          <a:xfrm>
            <a:off x="257707" y="4597983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15" type="title"/>
          </p:nvPr>
        </p:nvSpPr>
        <p:spPr>
          <a:xfrm>
            <a:off x="257707" y="5281699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6" type="title"/>
          </p:nvPr>
        </p:nvSpPr>
        <p:spPr>
          <a:xfrm>
            <a:off x="1311836" y="5281716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7" type="title"/>
          </p:nvPr>
        </p:nvSpPr>
        <p:spPr>
          <a:xfrm>
            <a:off x="2365953" y="5281716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8" type="title"/>
          </p:nvPr>
        </p:nvSpPr>
        <p:spPr>
          <a:xfrm>
            <a:off x="257707" y="5965415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9" type="title"/>
          </p:nvPr>
        </p:nvSpPr>
        <p:spPr>
          <a:xfrm>
            <a:off x="1311836" y="5965432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20" type="title"/>
          </p:nvPr>
        </p:nvSpPr>
        <p:spPr>
          <a:xfrm>
            <a:off x="2365953" y="5965432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21" type="title"/>
          </p:nvPr>
        </p:nvSpPr>
        <p:spPr>
          <a:xfrm>
            <a:off x="1313187" y="4598000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22" type="title"/>
          </p:nvPr>
        </p:nvSpPr>
        <p:spPr>
          <a:xfrm>
            <a:off x="2365953" y="4598000"/>
            <a:ext cx="943500" cy="55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idx="23" type="title"/>
          </p:nvPr>
        </p:nvSpPr>
        <p:spPr>
          <a:xfrm>
            <a:off x="216300" y="301592"/>
            <a:ext cx="4216200" cy="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orient="horz" pos="4108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12">
          <p15:clr>
            <a:srgbClr val="E46962"/>
          </p15:clr>
        </p15:guide>
        <p15:guide id="7" orient="horz" pos="3696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type="title"/>
          </p:nvPr>
        </p:nvSpPr>
        <p:spPr>
          <a:xfrm>
            <a:off x="236975" y="5899133"/>
            <a:ext cx="4213800" cy="72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1" type="subTitle"/>
          </p:nvPr>
        </p:nvSpPr>
        <p:spPr>
          <a:xfrm>
            <a:off x="6248450" y="5899128"/>
            <a:ext cx="2847300" cy="6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2" type="subTitle"/>
          </p:nvPr>
        </p:nvSpPr>
        <p:spPr>
          <a:xfrm>
            <a:off x="241825" y="3651133"/>
            <a:ext cx="1869600" cy="213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94" name="Google Shape;294;p25"/>
          <p:cNvGrpSpPr/>
          <p:nvPr/>
        </p:nvGrpSpPr>
        <p:grpSpPr>
          <a:xfrm>
            <a:off x="925470" y="465044"/>
            <a:ext cx="7293054" cy="5323936"/>
            <a:chOff x="238125" y="713000"/>
            <a:chExt cx="7143750" cy="4289000"/>
          </a:xfrm>
        </p:grpSpPr>
        <p:sp>
          <p:nvSpPr>
            <p:cNvPr id="295" name="Google Shape;295;p2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624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12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6"/>
          <p:cNvGrpSpPr/>
          <p:nvPr/>
        </p:nvGrpSpPr>
        <p:grpSpPr>
          <a:xfrm>
            <a:off x="103050" y="137397"/>
            <a:ext cx="6817325" cy="5020641"/>
            <a:chOff x="103050" y="103050"/>
            <a:chExt cx="6817325" cy="3765575"/>
          </a:xfrm>
        </p:grpSpPr>
        <p:sp>
          <p:nvSpPr>
            <p:cNvPr id="331" name="Google Shape;33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252600" y="1599733"/>
            <a:ext cx="2881500" cy="10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4" name="Google Shape;334;p26"/>
          <p:cNvSpPr txBox="1"/>
          <p:nvPr>
            <p:ph type="title"/>
          </p:nvPr>
        </p:nvSpPr>
        <p:spPr>
          <a:xfrm>
            <a:off x="229190" y="196908"/>
            <a:ext cx="4216200" cy="11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orient="horz" pos="4108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12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7"/>
          <p:cNvGrpSpPr/>
          <p:nvPr/>
        </p:nvGrpSpPr>
        <p:grpSpPr>
          <a:xfrm>
            <a:off x="0" y="0"/>
            <a:ext cx="9143999" cy="6857828"/>
            <a:chOff x="0" y="0"/>
            <a:chExt cx="9143999" cy="5143500"/>
          </a:xfrm>
        </p:grpSpPr>
        <p:sp>
          <p:nvSpPr>
            <p:cNvPr id="337" name="Google Shape;337;p2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9" name="Google Shape;33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40" name="Google Shape;34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41" name="Google Shape;341;p27"/>
          <p:cNvSpPr/>
          <p:nvPr>
            <p:ph idx="2" type="pic"/>
          </p:nvPr>
        </p:nvSpPr>
        <p:spPr>
          <a:xfrm>
            <a:off x="3553675" y="4679267"/>
            <a:ext cx="1941000" cy="175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7"/>
          <p:cNvSpPr txBox="1"/>
          <p:nvPr>
            <p:ph type="title"/>
          </p:nvPr>
        </p:nvSpPr>
        <p:spPr>
          <a:xfrm>
            <a:off x="236975" y="298504"/>
            <a:ext cx="4216200" cy="6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43" name="Google Shape;343;p27"/>
          <p:cNvSpPr/>
          <p:nvPr>
            <p:ph idx="3" type="pic"/>
          </p:nvPr>
        </p:nvSpPr>
        <p:spPr>
          <a:xfrm>
            <a:off x="6699200" y="1205567"/>
            <a:ext cx="1909200" cy="158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7"/>
          <p:cNvSpPr/>
          <p:nvPr>
            <p:ph idx="4" type="pic"/>
          </p:nvPr>
        </p:nvSpPr>
        <p:spPr>
          <a:xfrm>
            <a:off x="5673725" y="3023367"/>
            <a:ext cx="2935200" cy="324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7"/>
          <p:cNvSpPr/>
          <p:nvPr>
            <p:ph idx="5" type="pic"/>
          </p:nvPr>
        </p:nvSpPr>
        <p:spPr>
          <a:xfrm>
            <a:off x="252425" y="2687867"/>
            <a:ext cx="3080100" cy="383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7"/>
          <p:cNvSpPr/>
          <p:nvPr/>
        </p:nvSpPr>
        <p:spPr>
          <a:xfrm>
            <a:off x="5673400" y="3023367"/>
            <a:ext cx="2935200" cy="324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47" name="Google Shape;347;p27"/>
          <p:cNvSpPr/>
          <p:nvPr>
            <p:ph idx="6" type="pic"/>
          </p:nvPr>
        </p:nvSpPr>
        <p:spPr>
          <a:xfrm>
            <a:off x="4838963" y="2396733"/>
            <a:ext cx="1740900" cy="158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7"/>
          <p:cNvSpPr/>
          <p:nvPr>
            <p:ph idx="7" type="pic"/>
          </p:nvPr>
        </p:nvSpPr>
        <p:spPr>
          <a:xfrm>
            <a:off x="2991500" y="1205565"/>
            <a:ext cx="1721700" cy="3300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7"/>
          <p:cNvSpPr/>
          <p:nvPr>
            <p:ph idx="8" type="pic"/>
          </p:nvPr>
        </p:nvSpPr>
        <p:spPr>
          <a:xfrm>
            <a:off x="4848425" y="774133"/>
            <a:ext cx="1721700" cy="139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7"/>
          <p:cNvSpPr txBox="1"/>
          <p:nvPr>
            <p:ph idx="1" type="subTitle"/>
          </p:nvPr>
        </p:nvSpPr>
        <p:spPr>
          <a:xfrm>
            <a:off x="252600" y="991600"/>
            <a:ext cx="2675700" cy="13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624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orient="horz" pos="3696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212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242375" y="707771"/>
            <a:ext cx="3576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53" name="Google Shape;353;p28"/>
          <p:cNvSpPr txBox="1"/>
          <p:nvPr>
            <p:ph idx="2" type="title"/>
          </p:nvPr>
        </p:nvSpPr>
        <p:spPr>
          <a:xfrm>
            <a:off x="236891" y="271839"/>
            <a:ext cx="64803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54" name="Google Shape;354;p28"/>
          <p:cNvGrpSpPr/>
          <p:nvPr/>
        </p:nvGrpSpPr>
        <p:grpSpPr>
          <a:xfrm>
            <a:off x="-7338" y="2205982"/>
            <a:ext cx="9150854" cy="4655550"/>
            <a:chOff x="7059712" y="1295828"/>
            <a:chExt cx="2075400" cy="3601137"/>
          </a:xfrm>
        </p:grpSpPr>
        <p:sp>
          <p:nvSpPr>
            <p:cNvPr id="355" name="Google Shape;35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8" name="Google Shape;35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9" name="Google Shape;35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0" name="Google Shape;360;p28"/>
          <p:cNvSpPr txBox="1"/>
          <p:nvPr>
            <p:ph idx="1" type="subTitle"/>
          </p:nvPr>
        </p:nvSpPr>
        <p:spPr>
          <a:xfrm>
            <a:off x="246850" y="3493400"/>
            <a:ext cx="6911700" cy="3027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24">
          <p15:clr>
            <a:srgbClr val="E46962"/>
          </p15:clr>
        </p15:guide>
        <p15:guide id="2" orient="horz" pos="4108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12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9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376700"/>
            <a:ext cx="305451" cy="38343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9"/>
          <p:cNvSpPr txBox="1"/>
          <p:nvPr>
            <p:ph idx="1" type="subTitle"/>
          </p:nvPr>
        </p:nvSpPr>
        <p:spPr>
          <a:xfrm>
            <a:off x="246850" y="3324365"/>
            <a:ext cx="2781000" cy="47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64" name="Google Shape;364;p29"/>
          <p:cNvSpPr txBox="1"/>
          <p:nvPr>
            <p:ph idx="2" type="subTitle"/>
          </p:nvPr>
        </p:nvSpPr>
        <p:spPr>
          <a:xfrm>
            <a:off x="246850" y="3917967"/>
            <a:ext cx="27930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5" name="Google Shape;365;p29"/>
          <p:cNvSpPr txBox="1"/>
          <p:nvPr>
            <p:ph idx="3" type="subTitle"/>
          </p:nvPr>
        </p:nvSpPr>
        <p:spPr>
          <a:xfrm>
            <a:off x="246850" y="4135320"/>
            <a:ext cx="26958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66" name="Google Shape;366;p29"/>
          <p:cNvSpPr txBox="1"/>
          <p:nvPr>
            <p:ph idx="4" type="subTitle"/>
          </p:nvPr>
        </p:nvSpPr>
        <p:spPr>
          <a:xfrm>
            <a:off x="3135975" y="3324365"/>
            <a:ext cx="2781000" cy="47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67" name="Google Shape;367;p29"/>
          <p:cNvSpPr txBox="1"/>
          <p:nvPr>
            <p:ph idx="5" type="subTitle"/>
          </p:nvPr>
        </p:nvSpPr>
        <p:spPr>
          <a:xfrm>
            <a:off x="3135975" y="5463495"/>
            <a:ext cx="2781000" cy="47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68" name="Google Shape;368;p29"/>
          <p:cNvSpPr txBox="1"/>
          <p:nvPr>
            <p:ph type="title"/>
          </p:nvPr>
        </p:nvSpPr>
        <p:spPr>
          <a:xfrm>
            <a:off x="237641" y="271839"/>
            <a:ext cx="64803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9" name="Google Shape;369;p29"/>
          <p:cNvSpPr txBox="1"/>
          <p:nvPr>
            <p:ph idx="6" type="subTitle"/>
          </p:nvPr>
        </p:nvSpPr>
        <p:spPr>
          <a:xfrm>
            <a:off x="246850" y="4685221"/>
            <a:ext cx="27930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0" name="Google Shape;370;p29"/>
          <p:cNvSpPr txBox="1"/>
          <p:nvPr>
            <p:ph idx="7" type="subTitle"/>
          </p:nvPr>
        </p:nvSpPr>
        <p:spPr>
          <a:xfrm>
            <a:off x="246850" y="4902575"/>
            <a:ext cx="26958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1" name="Google Shape;371;p29"/>
          <p:cNvSpPr txBox="1"/>
          <p:nvPr>
            <p:ph idx="8" type="subTitle"/>
          </p:nvPr>
        </p:nvSpPr>
        <p:spPr>
          <a:xfrm>
            <a:off x="246850" y="5464388"/>
            <a:ext cx="27930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2" name="Google Shape;372;p29"/>
          <p:cNvSpPr txBox="1"/>
          <p:nvPr>
            <p:ph idx="9" type="subTitle"/>
          </p:nvPr>
        </p:nvSpPr>
        <p:spPr>
          <a:xfrm>
            <a:off x="246850" y="5681741"/>
            <a:ext cx="26958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3" name="Google Shape;373;p29"/>
          <p:cNvSpPr txBox="1"/>
          <p:nvPr>
            <p:ph idx="13" type="subTitle"/>
          </p:nvPr>
        </p:nvSpPr>
        <p:spPr>
          <a:xfrm>
            <a:off x="3135975" y="3917967"/>
            <a:ext cx="27930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4" name="Google Shape;374;p29"/>
          <p:cNvSpPr txBox="1"/>
          <p:nvPr>
            <p:ph idx="14" type="subTitle"/>
          </p:nvPr>
        </p:nvSpPr>
        <p:spPr>
          <a:xfrm>
            <a:off x="3135975" y="4135320"/>
            <a:ext cx="26958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5" name="Google Shape;375;p29"/>
          <p:cNvSpPr txBox="1"/>
          <p:nvPr>
            <p:ph idx="15" type="subTitle"/>
          </p:nvPr>
        </p:nvSpPr>
        <p:spPr>
          <a:xfrm>
            <a:off x="3135975" y="4685221"/>
            <a:ext cx="27930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6" name="Google Shape;376;p29"/>
          <p:cNvSpPr txBox="1"/>
          <p:nvPr>
            <p:ph idx="16" type="subTitle"/>
          </p:nvPr>
        </p:nvSpPr>
        <p:spPr>
          <a:xfrm>
            <a:off x="3135975" y="4902575"/>
            <a:ext cx="26958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7" name="Google Shape;377;p29"/>
          <p:cNvSpPr txBox="1"/>
          <p:nvPr>
            <p:ph idx="17" type="subTitle"/>
          </p:nvPr>
        </p:nvSpPr>
        <p:spPr>
          <a:xfrm>
            <a:off x="3135975" y="6061855"/>
            <a:ext cx="27930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8" name="Google Shape;378;p29"/>
          <p:cNvSpPr txBox="1"/>
          <p:nvPr>
            <p:ph idx="18" type="subTitle"/>
          </p:nvPr>
        </p:nvSpPr>
        <p:spPr>
          <a:xfrm>
            <a:off x="3135975" y="6279208"/>
            <a:ext cx="2695800" cy="24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24">
          <p15:clr>
            <a:srgbClr val="E46962"/>
          </p15:clr>
        </p15:guide>
        <p15:guide id="2" orient="horz" pos="4108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12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30"/>
          <p:cNvGrpSpPr/>
          <p:nvPr/>
        </p:nvGrpSpPr>
        <p:grpSpPr>
          <a:xfrm>
            <a:off x="3343784" y="4232472"/>
            <a:ext cx="4804343" cy="2625360"/>
            <a:chOff x="4110075" y="3174500"/>
            <a:chExt cx="4385125" cy="2181075"/>
          </a:xfrm>
        </p:grpSpPr>
        <p:sp>
          <p:nvSpPr>
            <p:cNvPr id="381" name="Google Shape;38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84" name="Google Shape;384;p30"/>
          <p:cNvGrpSpPr/>
          <p:nvPr/>
        </p:nvGrpSpPr>
        <p:grpSpPr>
          <a:xfrm>
            <a:off x="4340393" y="2336149"/>
            <a:ext cx="4804343" cy="2625360"/>
            <a:chOff x="4110075" y="3174500"/>
            <a:chExt cx="4385125" cy="2181075"/>
          </a:xfrm>
        </p:grpSpPr>
        <p:sp>
          <p:nvSpPr>
            <p:cNvPr id="385" name="Google Shape;38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88" name="Google Shape;388;p30"/>
          <p:cNvGrpSpPr/>
          <p:nvPr/>
        </p:nvGrpSpPr>
        <p:grpSpPr>
          <a:xfrm>
            <a:off x="4790942" y="1"/>
            <a:ext cx="4353074" cy="3005834"/>
            <a:chOff x="5469800" y="-26200"/>
            <a:chExt cx="3674100" cy="2368850"/>
          </a:xfrm>
        </p:grpSpPr>
        <p:sp>
          <p:nvSpPr>
            <p:cNvPr id="389" name="Google Shape;38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91" name="Google Shape;391;p30"/>
          <p:cNvGrpSpPr/>
          <p:nvPr/>
        </p:nvGrpSpPr>
        <p:grpSpPr>
          <a:xfrm>
            <a:off x="4340407" y="4232472"/>
            <a:ext cx="4804343" cy="2625360"/>
            <a:chOff x="4110075" y="3174500"/>
            <a:chExt cx="4385125" cy="2181075"/>
          </a:xfrm>
        </p:grpSpPr>
        <p:sp>
          <p:nvSpPr>
            <p:cNvPr id="392" name="Google Shape;39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95" name="Google Shape;395;p30"/>
          <p:cNvSpPr txBox="1"/>
          <p:nvPr>
            <p:ph idx="1" type="subTitle"/>
          </p:nvPr>
        </p:nvSpPr>
        <p:spPr>
          <a:xfrm>
            <a:off x="5619076" y="2336267"/>
            <a:ext cx="2247600" cy="67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96" name="Google Shape;396;p30"/>
          <p:cNvSpPr txBox="1"/>
          <p:nvPr>
            <p:ph idx="2" type="subTitle"/>
          </p:nvPr>
        </p:nvSpPr>
        <p:spPr>
          <a:xfrm>
            <a:off x="5619076" y="3962001"/>
            <a:ext cx="2291400" cy="64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97" name="Google Shape;397;p30"/>
          <p:cNvSpPr txBox="1"/>
          <p:nvPr>
            <p:ph idx="3" type="subTitle"/>
          </p:nvPr>
        </p:nvSpPr>
        <p:spPr>
          <a:xfrm>
            <a:off x="5619076" y="805133"/>
            <a:ext cx="2291400" cy="67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98" name="Google Shape;398;p30"/>
          <p:cNvSpPr txBox="1"/>
          <p:nvPr>
            <p:ph idx="4" type="subTitle"/>
          </p:nvPr>
        </p:nvSpPr>
        <p:spPr>
          <a:xfrm>
            <a:off x="5619076" y="3119999"/>
            <a:ext cx="24363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99" name="Google Shape;399;p30"/>
          <p:cNvSpPr txBox="1"/>
          <p:nvPr>
            <p:ph idx="5" type="subTitle"/>
          </p:nvPr>
        </p:nvSpPr>
        <p:spPr>
          <a:xfrm>
            <a:off x="5619076" y="1572833"/>
            <a:ext cx="24363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400" name="Google Shape;400;p30"/>
          <p:cNvSpPr txBox="1"/>
          <p:nvPr>
            <p:ph idx="6" type="subTitle"/>
          </p:nvPr>
        </p:nvSpPr>
        <p:spPr>
          <a:xfrm>
            <a:off x="5619076" y="4691133"/>
            <a:ext cx="24363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401" name="Google Shape;401;p30"/>
          <p:cNvSpPr txBox="1"/>
          <p:nvPr>
            <p:ph type="title"/>
          </p:nvPr>
        </p:nvSpPr>
        <p:spPr>
          <a:xfrm>
            <a:off x="743700" y="991600"/>
            <a:ext cx="4686000" cy="24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624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12">
          <p15:clr>
            <a:srgbClr val="E46962"/>
          </p15:clr>
        </p15:guide>
        <p15:guide id="8" orient="horz" pos="369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31"/>
          <p:cNvGrpSpPr/>
          <p:nvPr/>
        </p:nvGrpSpPr>
        <p:grpSpPr>
          <a:xfrm>
            <a:off x="2337800" y="-4300"/>
            <a:ext cx="6806000" cy="6916660"/>
            <a:chOff x="2337800" y="-3225"/>
            <a:chExt cx="6806000" cy="5187625"/>
          </a:xfrm>
        </p:grpSpPr>
        <p:sp>
          <p:nvSpPr>
            <p:cNvPr id="404" name="Google Shape;40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408" name="Google Shape;408;p31"/>
          <p:cNvSpPr txBox="1"/>
          <p:nvPr>
            <p:ph type="title"/>
          </p:nvPr>
        </p:nvSpPr>
        <p:spPr>
          <a:xfrm>
            <a:off x="743700" y="991600"/>
            <a:ext cx="4299000" cy="239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409" name="Google Shape;409;p31"/>
          <p:cNvSpPr txBox="1"/>
          <p:nvPr>
            <p:ph idx="2" type="title"/>
          </p:nvPr>
        </p:nvSpPr>
        <p:spPr>
          <a:xfrm>
            <a:off x="3872475" y="3592034"/>
            <a:ext cx="2962200" cy="22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410" name="Google Shape;410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5694697"/>
            <a:ext cx="201843" cy="217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5552864"/>
            <a:ext cx="201843" cy="217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4044064"/>
            <a:ext cx="201843" cy="217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594564"/>
            <a:ext cx="201843" cy="217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5866397"/>
            <a:ext cx="201844" cy="21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2444897"/>
            <a:ext cx="201844" cy="21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5608497"/>
            <a:ext cx="201844" cy="21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673331"/>
            <a:ext cx="201844" cy="21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4215564"/>
            <a:ext cx="201844" cy="2178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31"/>
          <p:cNvGrpSpPr/>
          <p:nvPr/>
        </p:nvGrpSpPr>
        <p:grpSpPr>
          <a:xfrm>
            <a:off x="7517552" y="2305261"/>
            <a:ext cx="139297" cy="147429"/>
            <a:chOff x="2601950" y="1974675"/>
            <a:chExt cx="2474200" cy="1963100"/>
          </a:xfrm>
        </p:grpSpPr>
        <p:sp>
          <p:nvSpPr>
            <p:cNvPr id="420" name="Google Shape;420;p3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624">
          <p15:clr>
            <a:srgbClr val="E46962"/>
          </p15:clr>
        </p15:guide>
        <p15:guide id="4" orient="horz" pos="4108">
          <p15:clr>
            <a:srgbClr val="E46962"/>
          </p15:clr>
        </p15:guide>
        <p15:guide id="5" orient="horz" pos="3696">
          <p15:clr>
            <a:srgbClr val="E46962"/>
          </p15:clr>
        </p15:guide>
        <p15:guide id="6" orient="horz" pos="212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9" name="Google Shape;429;p3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4" name="Google Shape;434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p3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8" name="Google Shape;438;p3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3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8" name="Google Shape;448;p3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9" name="Google Shape;449;p3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4" name="Google Shape;454;p4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 txBox="1"/>
          <p:nvPr>
            <p:ph type="title"/>
          </p:nvPr>
        </p:nvSpPr>
        <p:spPr>
          <a:xfrm>
            <a:off x="677325" y="2443700"/>
            <a:ext cx="3217200" cy="19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43"/>
          <p:cNvSpPr txBox="1"/>
          <p:nvPr>
            <p:ph idx="1" type="subTitle"/>
          </p:nvPr>
        </p:nvSpPr>
        <p:spPr>
          <a:xfrm>
            <a:off x="4406650" y="52500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3"/>
          <p:cNvSpPr txBox="1"/>
          <p:nvPr>
            <p:ph idx="2" type="subTitle"/>
          </p:nvPr>
        </p:nvSpPr>
        <p:spPr>
          <a:xfrm>
            <a:off x="4406650" y="153560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3"/>
          <p:cNvSpPr txBox="1"/>
          <p:nvPr>
            <p:ph idx="3" type="subTitle"/>
          </p:nvPr>
        </p:nvSpPr>
        <p:spPr>
          <a:xfrm>
            <a:off x="4406650" y="456742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3"/>
          <p:cNvSpPr txBox="1"/>
          <p:nvPr>
            <p:ph idx="4" type="subTitle"/>
          </p:nvPr>
        </p:nvSpPr>
        <p:spPr>
          <a:xfrm>
            <a:off x="4406650" y="254621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43"/>
          <p:cNvSpPr txBox="1"/>
          <p:nvPr>
            <p:ph idx="5" type="subTitle"/>
          </p:nvPr>
        </p:nvSpPr>
        <p:spPr>
          <a:xfrm>
            <a:off x="4406650" y="557803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43"/>
          <p:cNvSpPr txBox="1"/>
          <p:nvPr>
            <p:ph idx="6" type="subTitle"/>
          </p:nvPr>
        </p:nvSpPr>
        <p:spPr>
          <a:xfrm>
            <a:off x="4406650" y="355682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44"/>
          <p:cNvSpPr txBox="1"/>
          <p:nvPr>
            <p:ph idx="1" type="body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7" name="Google Shape;467;p44"/>
          <p:cNvSpPr/>
          <p:nvPr>
            <p:ph idx="2" type="pic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5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45"/>
          <p:cNvSpPr txBox="1"/>
          <p:nvPr>
            <p:ph idx="1" type="body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1" name="Google Shape;471;p45"/>
          <p:cNvSpPr txBox="1"/>
          <p:nvPr>
            <p:ph idx="2" type="body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2" name="Google Shape;472;p45"/>
          <p:cNvSpPr txBox="1"/>
          <p:nvPr>
            <p:ph idx="3" type="subTitle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45"/>
          <p:cNvSpPr txBox="1"/>
          <p:nvPr>
            <p:ph idx="4" type="subTitle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6"/>
          <p:cNvSpPr txBox="1"/>
          <p:nvPr>
            <p:ph idx="1" type="body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46"/>
          <p:cNvSpPr txBox="1"/>
          <p:nvPr>
            <p:ph idx="2" type="body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7" name="Google Shape;477;p46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8" name="Google Shape;478;p46"/>
          <p:cNvSpPr txBox="1"/>
          <p:nvPr>
            <p:ph idx="3" type="subTitle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9" name="Google Shape;479;p46"/>
          <p:cNvSpPr txBox="1"/>
          <p:nvPr>
            <p:ph idx="4" type="subTitle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46"/>
          <p:cNvSpPr txBox="1"/>
          <p:nvPr>
            <p:ph idx="5" type="subTitle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46"/>
          <p:cNvSpPr txBox="1"/>
          <p:nvPr>
            <p:ph idx="6" type="body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 txBox="1"/>
          <p:nvPr>
            <p:ph idx="1" type="body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47"/>
          <p:cNvSpPr txBox="1"/>
          <p:nvPr>
            <p:ph idx="2" type="body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5" name="Google Shape;485;p47"/>
          <p:cNvSpPr txBox="1"/>
          <p:nvPr>
            <p:ph idx="3" type="body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47"/>
          <p:cNvSpPr txBox="1"/>
          <p:nvPr>
            <p:ph idx="4" type="body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7" name="Google Shape;487;p47"/>
          <p:cNvSpPr txBox="1"/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8" name="Google Shape;488;p47"/>
          <p:cNvSpPr txBox="1"/>
          <p:nvPr>
            <p:ph idx="5" type="subTitle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9" name="Google Shape;489;p47"/>
          <p:cNvSpPr txBox="1"/>
          <p:nvPr>
            <p:ph idx="6" type="subTitle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47"/>
          <p:cNvSpPr txBox="1"/>
          <p:nvPr>
            <p:ph idx="7" type="subTitle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47"/>
          <p:cNvSpPr txBox="1"/>
          <p:nvPr>
            <p:ph idx="8" type="subTitle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48"/>
          <p:cNvSpPr/>
          <p:nvPr>
            <p:ph idx="2" type="pic"/>
          </p:nvPr>
        </p:nvSpPr>
        <p:spPr>
          <a:xfrm>
            <a:off x="311700" y="1560567"/>
            <a:ext cx="85206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9"/>
          <p:cNvSpPr txBox="1"/>
          <p:nvPr>
            <p:ph idx="1" type="body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49"/>
          <p:cNvSpPr/>
          <p:nvPr>
            <p:ph idx="2" type="pic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9"/>
          <p:cNvSpPr/>
          <p:nvPr>
            <p:ph idx="3" type="pic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49"/>
          <p:cNvSpPr txBox="1"/>
          <p:nvPr>
            <p:ph idx="4" type="body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9"/>
          <p:cNvSpPr txBox="1"/>
          <p:nvPr>
            <p:ph idx="5" type="subTitle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2" name="Google Shape;502;p49"/>
          <p:cNvSpPr txBox="1"/>
          <p:nvPr>
            <p:ph idx="6" type="subTitle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5" name="Google Shape;505;p50"/>
          <p:cNvSpPr/>
          <p:nvPr>
            <p:ph idx="2" type="pic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50"/>
          <p:cNvSpPr/>
          <p:nvPr>
            <p:ph idx="3" type="pic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50"/>
          <p:cNvSpPr txBox="1"/>
          <p:nvPr>
            <p:ph idx="4" type="body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8" name="Google Shape;508;p50"/>
          <p:cNvSpPr/>
          <p:nvPr>
            <p:ph idx="5" type="pic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0"/>
          <p:cNvSpPr txBox="1"/>
          <p:nvPr>
            <p:ph idx="6" type="body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0" name="Google Shape;510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1" name="Google Shape;511;p50"/>
          <p:cNvSpPr txBox="1"/>
          <p:nvPr>
            <p:ph idx="7" type="subTitle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2" name="Google Shape;512;p50"/>
          <p:cNvSpPr txBox="1"/>
          <p:nvPr>
            <p:ph idx="8" type="subTitle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3" name="Google Shape;513;p50"/>
          <p:cNvSpPr txBox="1"/>
          <p:nvPr>
            <p:ph idx="9" type="subTitle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1"/>
          <p:cNvSpPr/>
          <p:nvPr>
            <p:ph idx="2" type="pic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/>
          <p:nvPr>
            <p:ph idx="2" type="pic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2"/>
          <p:cNvSpPr/>
          <p:nvPr>
            <p:ph idx="3" type="pic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2"/>
          <p:cNvSpPr/>
          <p:nvPr>
            <p:ph idx="4" type="pic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2"/>
          <p:cNvSpPr/>
          <p:nvPr>
            <p:ph idx="5" type="pic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2"/>
          <p:cNvSpPr/>
          <p:nvPr>
            <p:ph idx="6" type="pic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52"/>
          <p:cNvSpPr/>
          <p:nvPr>
            <p:ph idx="7" type="pic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52"/>
          <p:cNvSpPr txBox="1"/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52"/>
          <p:cNvSpPr/>
          <p:nvPr>
            <p:ph idx="8" type="pic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2"/>
          <p:cNvSpPr/>
          <p:nvPr>
            <p:ph idx="9" type="pic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52"/>
          <p:cNvSpPr/>
          <p:nvPr>
            <p:ph idx="13" type="pic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22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idx="4" type="title"/>
          </p:nvPr>
        </p:nvSpPr>
        <p:spPr>
          <a:xfrm>
            <a:off x="685537" y="2307311"/>
            <a:ext cx="7185900" cy="10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/>
              <a:t>Telemilitary</a:t>
            </a:r>
            <a:endParaRPr/>
          </a:p>
        </p:txBody>
      </p:sp>
      <p:sp>
        <p:nvSpPr>
          <p:cNvPr id="532" name="Google Shape;532;p53"/>
          <p:cNvSpPr txBox="1"/>
          <p:nvPr>
            <p:ph type="title"/>
          </p:nvPr>
        </p:nvSpPr>
        <p:spPr>
          <a:xfrm>
            <a:off x="728524" y="3442525"/>
            <a:ext cx="7775700" cy="115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Indie Game Telemetry &amp; Progression Balancer</a:t>
            </a: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-426175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4" name="Google Shape;534;p53"/>
          <p:cNvSpPr/>
          <p:nvPr/>
        </p:nvSpPr>
        <p:spPr>
          <a:xfrm>
            <a:off x="882870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4"/>
          <p:cNvSpPr txBox="1"/>
          <p:nvPr/>
        </p:nvSpPr>
        <p:spPr>
          <a:xfrm>
            <a:off x="423523" y="96251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524588" y="794083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4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2" name="Google Shape;542;p54"/>
          <p:cNvSpPr txBox="1"/>
          <p:nvPr/>
        </p:nvSpPr>
        <p:spPr>
          <a:xfrm>
            <a:off x="391525" y="1193850"/>
            <a:ext cx="8461800" cy="5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balancing the game is difficult</a:t>
            </a:r>
            <a:endParaRPr b="1"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 to see which stages are too easy or too hard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clear insight into why players fail( memory load, time pressure, randomness)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Different play styles may be treated unfairly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Designers can’t </a:t>
            </a: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easily</a:t>
            </a: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spot frustration or drop-off points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this causes</a:t>
            </a:r>
            <a:endParaRPr b="1"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Guesswork balancing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Unfair </a:t>
            </a: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difficulty</a:t>
            </a: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spikes 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Poor progression flow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Grotesk"/>
              <a:buChar char="●"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Players </a:t>
            </a: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quitting</a:t>
            </a: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early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telemetry, we can’t understand player behaviour, diagnose difficulty issues, or balance the game fairly.</a:t>
            </a:r>
            <a:endParaRPr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/>
          <p:nvPr/>
        </p:nvSpPr>
        <p:spPr>
          <a:xfrm>
            <a:off x="409088" y="81815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Goal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8" name="Google Shape;548;p55"/>
          <p:cNvSpPr/>
          <p:nvPr/>
        </p:nvSpPr>
        <p:spPr>
          <a:xfrm>
            <a:off x="495715" y="779646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9" name="Google Shape;549;p55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0" name="Google Shape;550;p55"/>
          <p:cNvSpPr txBox="1"/>
          <p:nvPr/>
        </p:nvSpPr>
        <p:spPr>
          <a:xfrm>
            <a:off x="391532" y="1193850"/>
            <a:ext cx="8138100" cy="4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"/>
              <a:buChar char="●"/>
            </a:pPr>
            <a:r>
              <a:rPr lang="en-US" sz="3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telemetry-enabled gameplay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"/>
              <a:buChar char="●"/>
            </a:pPr>
            <a:r>
              <a:rPr lang="en-US" sz="3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for difficulty, fairness and progression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"/>
              <a:buChar char="●"/>
            </a:pPr>
            <a:r>
              <a:rPr lang="en-US" sz="3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Balancing suggestions + simulation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"/>
              <a:buChar char="●"/>
            </a:pPr>
            <a:r>
              <a:rPr lang="en-US" sz="3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Extensible system for new events/stages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"/>
              <a:buChar char="●"/>
            </a:pPr>
            <a:r>
              <a:rPr lang="en-US" sz="3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handover pack for maintainers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6"/>
          <p:cNvSpPr txBox="1"/>
          <p:nvPr/>
        </p:nvSpPr>
        <p:spPr>
          <a:xfrm>
            <a:off x="423504" y="81818"/>
            <a:ext cx="8668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Was Delivered in Sprint 1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6" name="Google Shape;556;p56"/>
          <p:cNvSpPr/>
          <p:nvPr/>
        </p:nvSpPr>
        <p:spPr>
          <a:xfrm>
            <a:off x="510131" y="794087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7" name="Google Shape;557;p56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8" name="Google Shape;558;p56"/>
          <p:cNvSpPr txBox="1"/>
          <p:nvPr/>
        </p:nvSpPr>
        <p:spPr>
          <a:xfrm>
            <a:off x="508225" y="1117500"/>
            <a:ext cx="8301900" cy="5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Game concept and telemetry-driven balancing problem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we capture, validate, and store telemetry events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views: funnels, spikes, progression, and fairness indicators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Balancing toolkit: rule suggestions, simulation previews, and decision logging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Testing, handover pack, and evaluation highlights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7"/>
          <p:cNvSpPr txBox="1"/>
          <p:nvPr/>
        </p:nvSpPr>
        <p:spPr>
          <a:xfrm>
            <a:off x="437942" y="67380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2 Goals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4" name="Google Shape;564;p57"/>
          <p:cNvSpPr/>
          <p:nvPr/>
        </p:nvSpPr>
        <p:spPr>
          <a:xfrm>
            <a:off x="524569" y="779649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5" name="Google Shape;565;p57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6" name="Google Shape;566;p57"/>
          <p:cNvSpPr txBox="1"/>
          <p:nvPr/>
        </p:nvSpPr>
        <p:spPr>
          <a:xfrm>
            <a:off x="404583" y="1015000"/>
            <a:ext cx="8580600" cy="5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Board &amp; Card: Dynamic grid (rows/cols); mismatch shake + replay “ghost” states, a core flip/match logic to remain unchanged</a:t>
            </a:r>
            <a:endParaRPr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Mobile layout: Stable board sizing (viewport + HUD reserve), safe areas, better controls &amp; streak UI that don’t collapse</a:t>
            </a:r>
            <a:endParaRPr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Freeze &amp; timer: No mismatch penalty or timeout loss while frozen, the logic/UI is in sync and an honest telemetry</a:t>
            </a:r>
            <a:endParaRPr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Stage wins:  Total tokens (stage + streak bonus); breakdown in modal; free Hint callout when it applies</a:t>
            </a:r>
            <a:endParaRPr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8"/>
          <p:cNvSpPr txBox="1"/>
          <p:nvPr/>
        </p:nvSpPr>
        <p:spPr>
          <a:xfrm>
            <a:off x="437942" y="81818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2 Deliverables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2" name="Google Shape;572;p58"/>
          <p:cNvSpPr/>
          <p:nvPr/>
        </p:nvSpPr>
        <p:spPr>
          <a:xfrm>
            <a:off x="524569" y="794087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3" name="Google Shape;573;p58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4" name="Google Shape;574;p58"/>
          <p:cNvSpPr txBox="1"/>
          <p:nvPr/>
        </p:nvSpPr>
        <p:spPr>
          <a:xfrm>
            <a:off x="508225" y="1117500"/>
            <a:ext cx="8301900" cy="5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Playable browser memory game with 10 stages across easy/balanced/hard configs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Telemetry pipeline captures and validates gameplay events in Flask + SQLite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Designer dashboard supports funnel, spikes, progression, fairness, and comparison views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Rule-based balancing toolkit with simulation and decision logging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9"/>
          <p:cNvSpPr txBox="1"/>
          <p:nvPr/>
        </p:nvSpPr>
        <p:spPr>
          <a:xfrm>
            <a:off x="409066" y="125132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0" name="Google Shape;580;p59"/>
          <p:cNvSpPr/>
          <p:nvPr/>
        </p:nvSpPr>
        <p:spPr>
          <a:xfrm>
            <a:off x="495693" y="837401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1" name="Google Shape;581;p59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2" name="Google Shape;582;p59"/>
          <p:cNvSpPr txBox="1"/>
          <p:nvPr/>
        </p:nvSpPr>
        <p:spPr>
          <a:xfrm>
            <a:off x="391525" y="962844"/>
            <a:ext cx="4866600" cy="56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Client(Game Frontend)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Game engine + UI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Stage config loader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Telemetry client (sends events)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(Backend Logic)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Telemetry processing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Metrics + difficulty analysis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Balancing logic + suggestions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 + game config management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Shared Layer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Shared types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Stage configs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Telemetry shapes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Models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Stages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Decisions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pace Grotesk"/>
              <a:buChar char="●"/>
            </a:pPr>
            <a:r>
              <a:rPr b="1" lang="en-US"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Balancing rules</a:t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83" name="Google Shape;58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841" y="0"/>
            <a:ext cx="477916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0"/>
          <p:cNvSpPr txBox="1"/>
          <p:nvPr/>
        </p:nvSpPr>
        <p:spPr>
          <a:xfrm>
            <a:off x="351324" y="110675"/>
            <a:ext cx="9079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 vs Success Criteria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9" name="Google Shape;589;p60"/>
          <p:cNvSpPr/>
          <p:nvPr/>
        </p:nvSpPr>
        <p:spPr>
          <a:xfrm>
            <a:off x="481268" y="779639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0" name="Google Shape;590;p60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1" name="Google Shape;591;p60"/>
          <p:cNvSpPr txBox="1"/>
          <p:nvPr/>
        </p:nvSpPr>
        <p:spPr>
          <a:xfrm>
            <a:off x="421586" y="944247"/>
            <a:ext cx="8316300" cy="51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Difficulty Spikes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The system can correctly flag hard stages</a:t>
            </a: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Fairness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It can detect large gaps between player types</a:t>
            </a: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Balancing Impact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Suggested changes helps to reduce fail rate and improve play progression</a:t>
            </a: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Progression Flow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A 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smoother funnel between stages </a:t>
            </a: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Usability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Designers can identify issues 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quickly</a:t>
            </a:r>
            <a:r>
              <a:rPr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 via UI sections</a:t>
            </a: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1"/>
          <p:cNvSpPr txBox="1"/>
          <p:nvPr/>
        </p:nvSpPr>
        <p:spPr>
          <a:xfrm>
            <a:off x="351327" y="110683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 Handover Pack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7" name="Google Shape;597;p61"/>
          <p:cNvSpPr/>
          <p:nvPr/>
        </p:nvSpPr>
        <p:spPr>
          <a:xfrm>
            <a:off x="481268" y="779639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8" name="Google Shape;598;p61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9" name="Google Shape;599;p61"/>
          <p:cNvSpPr txBox="1"/>
          <p:nvPr/>
        </p:nvSpPr>
        <p:spPr>
          <a:xfrm>
            <a:off x="481275" y="1059750"/>
            <a:ext cx="8316300" cy="51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handover pack is a single document meant for anyone else who takes over the project in the future. Outlining how they could extend the system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Within the `docs` folder under the name `handover-pack`</a:t>
            </a:r>
            <a:endParaRPr b="1" sz="30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 txBox="1"/>
          <p:nvPr/>
        </p:nvSpPr>
        <p:spPr>
          <a:xfrm>
            <a:off x="351327" y="110683"/>
            <a:ext cx="731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 event type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5" name="Google Shape;605;p62"/>
          <p:cNvSpPr/>
          <p:nvPr/>
        </p:nvSpPr>
        <p:spPr>
          <a:xfrm>
            <a:off x="481268" y="779639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6" name="Google Shape;606;p62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7" name="Google Shape;607;p62"/>
          <p:cNvSpPr txBox="1"/>
          <p:nvPr/>
        </p:nvSpPr>
        <p:spPr>
          <a:xfrm>
            <a:off x="493775" y="1059750"/>
            <a:ext cx="8316300" cy="51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b="1"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 event name in backend/models.py  -&gt; EventType</a:t>
            </a:r>
            <a:endParaRPr b="1"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b="1"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Define required keys in backend/logic/telemetry.p</a:t>
            </a:r>
            <a:r>
              <a:rPr b="1"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y -&gt; required_payload_fields</a:t>
            </a:r>
            <a:endParaRPr b="1"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b="1"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Emit event from client/src/pages/Game.jsx -&gt; trackEvent(...)</a:t>
            </a:r>
            <a:endParaRPr b="1"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Space Grotesk"/>
              <a:buChar char="●"/>
            </a:pPr>
            <a:r>
              <a:rPr b="1" lang="en-US" sz="27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optionally, backend/tests/test_events.py &amp; data/seed_telemetry.py</a:t>
            </a:r>
            <a:endParaRPr b="1" sz="27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3"/>
          <p:cNvSpPr txBox="1"/>
          <p:nvPr/>
        </p:nvSpPr>
        <p:spPr>
          <a:xfrm>
            <a:off x="423513" y="182877"/>
            <a:ext cx="1128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 </a:t>
            </a:r>
            <a:r>
              <a:rPr b="1" lang="en-US" sz="3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Highlights and Limitations</a:t>
            </a:r>
            <a:endParaRPr b="1" sz="6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3" name="Google Shape;613;p63"/>
          <p:cNvSpPr/>
          <p:nvPr/>
        </p:nvSpPr>
        <p:spPr>
          <a:xfrm>
            <a:off x="539020" y="794077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4" name="Google Shape;614;p63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5" name="Google Shape;615;p63"/>
          <p:cNvSpPr txBox="1"/>
          <p:nvPr/>
        </p:nvSpPr>
        <p:spPr>
          <a:xfrm>
            <a:off x="522650" y="1088625"/>
            <a:ext cx="8446200" cy="5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Detection validity: rules identify known difficult stages in seeded data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Fairness analysis: segment gaps are measurable and can drive mitigations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Balancing effectiveness: simulation previews expected progression improvements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Limitation: simulation is lightweight and should be validated with further playtesting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Limitation: final manual testing evidence should be packaged in testing_evidence.pdf</a:t>
            </a:r>
            <a:endParaRPr sz="3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4"/>
          <p:cNvSpPr txBox="1"/>
          <p:nvPr/>
        </p:nvSpPr>
        <p:spPr>
          <a:xfrm>
            <a:off x="437950" y="182877"/>
            <a:ext cx="8734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Potential Risks and the Next Steps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1" name="Google Shape;621;p64"/>
          <p:cNvSpPr/>
          <p:nvPr/>
        </p:nvSpPr>
        <p:spPr>
          <a:xfrm>
            <a:off x="539020" y="794077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2" name="Google Shape;622;p64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3" name="Google Shape;623;p64"/>
          <p:cNvSpPr txBox="1"/>
          <p:nvPr/>
        </p:nvSpPr>
        <p:spPr>
          <a:xfrm>
            <a:off x="522650" y="1088625"/>
            <a:ext cx="8446200" cy="5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Risk: over-tuning for one segment can hurt fairness for others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Risk: telemetry quality degrades insight quality if validation rules are bypassed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step: continue scenario-based balancing cycles with decision audit trail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Char char="●"/>
            </a:pPr>
            <a:r>
              <a:rPr lang="en-US" sz="2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step: extend manual E2E evidence pack and maintainer runbook details</a:t>
            </a:r>
            <a:endParaRPr sz="24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5"/>
          <p:cNvSpPr txBox="1"/>
          <p:nvPr/>
        </p:nvSpPr>
        <p:spPr>
          <a:xfrm>
            <a:off x="885521" y="2028625"/>
            <a:ext cx="7315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Q&amp;A</a:t>
            </a:r>
            <a:endParaRPr b="1" sz="7200">
              <a:solidFill>
                <a:srgbClr val="E6E6F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6E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9" name="Google Shape;629;p65"/>
          <p:cNvSpPr/>
          <p:nvPr/>
        </p:nvSpPr>
        <p:spPr>
          <a:xfrm>
            <a:off x="3157086" y="3161888"/>
            <a:ext cx="2743200" cy="732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0" name="Google Shape;630;p65"/>
          <p:cNvSpPr/>
          <p:nvPr/>
        </p:nvSpPr>
        <p:spPr>
          <a:xfrm>
            <a:off x="-274550" y="129900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1" name="Google Shape;631;p65"/>
          <p:cNvSpPr/>
          <p:nvPr/>
        </p:nvSpPr>
        <p:spPr>
          <a:xfrm>
            <a:off x="8757157" y="129896"/>
            <a:ext cx="678600" cy="65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