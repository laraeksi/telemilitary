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98" r:id="rId4"/>
    <p:sldMasterId id="214748369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70" r:id="rId27"/>
    <p:sldId id="269" r:id="rId26"/>
    <p:sldId id="263" r:id="rId14"/>
    <p:sldId id="266" r:id="rId17"/>
    <p:sldId id="264" r:id="rId15"/>
    <p:sldId id="265" r:id="rId16"/>
    <p:sldId id="267" r:id="rId18"/>
    <p:sldId id="271" r:id="rId28"/>
    <p:sldId id="272" r:id="rId29"/>
    <p:sldId id="268" r:id="rId19"/>
  </p:sldIdLst>
  <p:sldSz cy="6858000" cx="9144000"/>
  <p:notesSz cx="6858000" cy="9144000"/>
  <p:embeddedFontLst>
    <p:embeddedFont>
      <p:font typeface="Space Grotesk Light"/>
      <p:regular r:id="rId20"/>
      <p:bold r:id="rId21"/>
    </p:embeddedFont>
    <p:embeddedFont>
      <p:font typeface="Space Grotesk Medium"/>
      <p:regular r:id="rId22"/>
      <p:bold r:id="rId23"/>
    </p:embeddedFont>
    <p:embeddedFont>
      <p:font typeface="Space Grotesk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font" Target="fonts/SpaceGroteskLight-regular.fntdata"/><Relationship Id="rId21" Type="http://schemas.openxmlformats.org/officeDocument/2006/relationships/font" Target="fonts/SpaceGroteskLight-bold.fntdata"/><Relationship Id="rId22" Type="http://schemas.openxmlformats.org/officeDocument/2006/relationships/font" Target="fonts/SpaceGroteskMedium-regular.fntdata"/><Relationship Id="rId23" Type="http://schemas.openxmlformats.org/officeDocument/2006/relationships/font" Target="fonts/SpaceGroteskMedium-bold.fntdata"/><Relationship Id="rId24" Type="http://schemas.openxmlformats.org/officeDocument/2006/relationships/font" Target="fonts/SpaceGrotesk-regular.fntdata"/><Relationship Id="rId25" Type="http://schemas.openxmlformats.org/officeDocument/2006/relationships/font" Target="fonts/SpaceGrotesk-bold.fntdata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7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g3d16a6e3b48_0_25:notes"/>
          <p:cNvSpPr/>
          <p:nvPr>
            <p:ph idx="2" type="sldImg"/>
          </p:nvPr>
        </p:nvSpPr>
        <p:spPr>
          <a:xfrm>
            <a:off x="11433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9" name="Google Shape;529;g3d16a6e3b48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3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5" name="Google Shape;54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3d16a6e3b48_0_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3" name="Google Shape;553;g3d16a6e3b48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d16a6e3b48_0_1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3d16a6e3b48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7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g3d16a6e3b4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9" name="Google Shape;569;g3d16a6e3b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7" name="Google Shape;577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2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g3d18f56982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4" name="Google Shape;594;g3d18f569825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3d18f569825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2" name="Google Shape;602;g3d18f569825_0_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8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g3d16a6e3b48_0_52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0" name="Google Shape;610;g3d16a6e3b48_0_5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6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g3d16a6e3b48_0_2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8" name="Google Shape;618;g3d16a6e3b48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4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6" name="Google Shape;62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rgbClr val="0A0A14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rgbClr val="0A0A14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bg>
      <p:bgPr>
        <a:solidFill>
          <a:srgbClr val="0A0A14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rgbClr val="0A0A14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bg>
      <p:bgPr>
        <a:solidFill>
          <a:srgbClr val="0A0A14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bg>
      <p:bgPr>
        <a:solidFill>
          <a:srgbClr val="0A0A14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bg>
      <p:bgPr>
        <a:solidFill>
          <a:srgbClr val="0A0A14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bg>
      <p:bgPr>
        <a:solidFill>
          <a:srgbClr val="0A0A14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bg>
      <p:bgPr>
        <a:solidFill>
          <a:srgbClr val="0A0A14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bg>
      <p:bgPr>
        <a:solidFill>
          <a:srgbClr val="0A0A14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bg>
      <p:bgPr>
        <a:solidFill>
          <a:srgbClr val="0A0A14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Alt 1">
  <p:cSld name="TITLE_1_2">
    <p:bg>
      <p:bgPr>
        <a:solidFill>
          <a:schemeClr val="dk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4"/>
          <p:cNvSpPr txBox="1"/>
          <p:nvPr>
            <p:ph type="title"/>
          </p:nvPr>
        </p:nvSpPr>
        <p:spPr>
          <a:xfrm>
            <a:off x="716836" y="3471413"/>
            <a:ext cx="7775700" cy="115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86" name="Google Shape;86;p14"/>
          <p:cNvSpPr txBox="1"/>
          <p:nvPr>
            <p:ph idx="2" type="title"/>
          </p:nvPr>
        </p:nvSpPr>
        <p:spPr>
          <a:xfrm>
            <a:off x="699978" y="5565625"/>
            <a:ext cx="4909500" cy="440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87" name="Google Shape;87;p14"/>
          <p:cNvSpPr txBox="1"/>
          <p:nvPr>
            <p:ph idx="3" type="title"/>
          </p:nvPr>
        </p:nvSpPr>
        <p:spPr>
          <a:xfrm>
            <a:off x="716836" y="4612333"/>
            <a:ext cx="7673400" cy="904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88" name="Google Shape;88;p14"/>
          <p:cNvSpPr txBox="1"/>
          <p:nvPr>
            <p:ph idx="4" type="title"/>
          </p:nvPr>
        </p:nvSpPr>
        <p:spPr>
          <a:xfrm>
            <a:off x="699978" y="979025"/>
            <a:ext cx="4299000" cy="2449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77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9pPr>
          </a:lstStyle>
          <a:p/>
        </p:txBody>
      </p:sp>
      <p:grpSp>
        <p:nvGrpSpPr>
          <p:cNvPr id="89" name="Google Shape;89;p14"/>
          <p:cNvGrpSpPr/>
          <p:nvPr/>
        </p:nvGrpSpPr>
        <p:grpSpPr>
          <a:xfrm>
            <a:off x="6871890" y="668861"/>
            <a:ext cx="139297" cy="147429"/>
            <a:chOff x="2601950" y="1974675"/>
            <a:chExt cx="2474200" cy="1963100"/>
          </a:xfrm>
        </p:grpSpPr>
        <p:sp>
          <p:nvSpPr>
            <p:cNvPr id="90" name="Google Shape;90;p14"/>
            <p:cNvSpPr/>
            <p:nvPr/>
          </p:nvSpPr>
          <p:spPr>
            <a:xfrm>
              <a:off x="2601950" y="1974675"/>
              <a:ext cx="621475" cy="621475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91" name="Google Shape;91;p14"/>
            <p:cNvSpPr/>
            <p:nvPr/>
          </p:nvSpPr>
          <p:spPr>
            <a:xfrm>
              <a:off x="4454675" y="1974675"/>
              <a:ext cx="621475" cy="621475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92" name="Google Shape;92;p14"/>
            <p:cNvSpPr/>
            <p:nvPr/>
          </p:nvSpPr>
          <p:spPr>
            <a:xfrm>
              <a:off x="2601950" y="2903950"/>
              <a:ext cx="621475" cy="621475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93" name="Google Shape;93;p14"/>
            <p:cNvSpPr/>
            <p:nvPr/>
          </p:nvSpPr>
          <p:spPr>
            <a:xfrm>
              <a:off x="2811025" y="3107225"/>
              <a:ext cx="615675" cy="615675"/>
            </a:xfrm>
            <a:custGeom>
              <a:rect b="b" l="l" r="r" t="t"/>
              <a:pathLst>
                <a:path extrusionOk="0" h="24627" w="24627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94" name="Google Shape;94;p14"/>
            <p:cNvSpPr/>
            <p:nvPr/>
          </p:nvSpPr>
          <p:spPr>
            <a:xfrm>
              <a:off x="3008500" y="3316325"/>
              <a:ext cx="1759825" cy="621450"/>
            </a:xfrm>
            <a:custGeom>
              <a:rect b="b" l="l" r="r" t="t"/>
              <a:pathLst>
                <a:path extrusionOk="0" h="24858" w="70393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95" name="Google Shape;95;p14"/>
            <p:cNvSpPr/>
            <p:nvPr/>
          </p:nvSpPr>
          <p:spPr>
            <a:xfrm>
              <a:off x="4251400" y="3107225"/>
              <a:ext cx="615650" cy="615675"/>
            </a:xfrm>
            <a:custGeom>
              <a:rect b="b" l="l" r="r" t="t"/>
              <a:pathLst>
                <a:path extrusionOk="0" h="24627" w="24626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96" name="Google Shape;96;p14"/>
            <p:cNvSpPr/>
            <p:nvPr/>
          </p:nvSpPr>
          <p:spPr>
            <a:xfrm>
              <a:off x="4454675" y="2903950"/>
              <a:ext cx="621475" cy="621475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97" name="Google Shape;97;p14"/>
          <p:cNvGrpSpPr/>
          <p:nvPr/>
        </p:nvGrpSpPr>
        <p:grpSpPr>
          <a:xfrm>
            <a:off x="7517552" y="2305261"/>
            <a:ext cx="139297" cy="147429"/>
            <a:chOff x="2601950" y="1974675"/>
            <a:chExt cx="2474200" cy="1963100"/>
          </a:xfrm>
        </p:grpSpPr>
        <p:sp>
          <p:nvSpPr>
            <p:cNvPr id="98" name="Google Shape;98;p14"/>
            <p:cNvSpPr/>
            <p:nvPr/>
          </p:nvSpPr>
          <p:spPr>
            <a:xfrm>
              <a:off x="2601950" y="1974675"/>
              <a:ext cx="621475" cy="621475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99" name="Google Shape;99;p14"/>
            <p:cNvSpPr/>
            <p:nvPr/>
          </p:nvSpPr>
          <p:spPr>
            <a:xfrm>
              <a:off x="4454675" y="1974675"/>
              <a:ext cx="621475" cy="621475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00" name="Google Shape;100;p14"/>
            <p:cNvSpPr/>
            <p:nvPr/>
          </p:nvSpPr>
          <p:spPr>
            <a:xfrm>
              <a:off x="2601950" y="2903950"/>
              <a:ext cx="621475" cy="621475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01" name="Google Shape;101;p14"/>
            <p:cNvSpPr/>
            <p:nvPr/>
          </p:nvSpPr>
          <p:spPr>
            <a:xfrm>
              <a:off x="2811025" y="3107225"/>
              <a:ext cx="615675" cy="615675"/>
            </a:xfrm>
            <a:custGeom>
              <a:rect b="b" l="l" r="r" t="t"/>
              <a:pathLst>
                <a:path extrusionOk="0" h="24627" w="24627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02" name="Google Shape;102;p14"/>
            <p:cNvSpPr/>
            <p:nvPr/>
          </p:nvSpPr>
          <p:spPr>
            <a:xfrm>
              <a:off x="3008500" y="3316325"/>
              <a:ext cx="1759825" cy="621450"/>
            </a:xfrm>
            <a:custGeom>
              <a:rect b="b" l="l" r="r" t="t"/>
              <a:pathLst>
                <a:path extrusionOk="0" h="24858" w="70393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03" name="Google Shape;103;p14"/>
            <p:cNvSpPr/>
            <p:nvPr/>
          </p:nvSpPr>
          <p:spPr>
            <a:xfrm>
              <a:off x="4251400" y="3107225"/>
              <a:ext cx="615650" cy="615675"/>
            </a:xfrm>
            <a:custGeom>
              <a:rect b="b" l="l" r="r" t="t"/>
              <a:pathLst>
                <a:path extrusionOk="0" h="24627" w="24626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04" name="Google Shape;104;p14"/>
            <p:cNvSpPr/>
            <p:nvPr/>
          </p:nvSpPr>
          <p:spPr>
            <a:xfrm>
              <a:off x="4454675" y="2903950"/>
              <a:ext cx="621475" cy="621475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105" name="Google Shape;105;p14"/>
          <p:cNvGrpSpPr/>
          <p:nvPr/>
        </p:nvGrpSpPr>
        <p:grpSpPr>
          <a:xfrm>
            <a:off x="4265152" y="5701295"/>
            <a:ext cx="139297" cy="147429"/>
            <a:chOff x="2601950" y="1974675"/>
            <a:chExt cx="2474200" cy="1963100"/>
          </a:xfrm>
        </p:grpSpPr>
        <p:sp>
          <p:nvSpPr>
            <p:cNvPr id="106" name="Google Shape;106;p14"/>
            <p:cNvSpPr/>
            <p:nvPr/>
          </p:nvSpPr>
          <p:spPr>
            <a:xfrm>
              <a:off x="2601950" y="1974675"/>
              <a:ext cx="621475" cy="621475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07" name="Google Shape;107;p14"/>
            <p:cNvSpPr/>
            <p:nvPr/>
          </p:nvSpPr>
          <p:spPr>
            <a:xfrm>
              <a:off x="4454675" y="1974675"/>
              <a:ext cx="621475" cy="621475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08" name="Google Shape;108;p14"/>
            <p:cNvSpPr/>
            <p:nvPr/>
          </p:nvSpPr>
          <p:spPr>
            <a:xfrm>
              <a:off x="2601950" y="2903950"/>
              <a:ext cx="621475" cy="621475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09" name="Google Shape;109;p14"/>
            <p:cNvSpPr/>
            <p:nvPr/>
          </p:nvSpPr>
          <p:spPr>
            <a:xfrm>
              <a:off x="2811025" y="3107225"/>
              <a:ext cx="615675" cy="615675"/>
            </a:xfrm>
            <a:custGeom>
              <a:rect b="b" l="l" r="r" t="t"/>
              <a:pathLst>
                <a:path extrusionOk="0" h="24627" w="24627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10" name="Google Shape;110;p14"/>
            <p:cNvSpPr/>
            <p:nvPr/>
          </p:nvSpPr>
          <p:spPr>
            <a:xfrm>
              <a:off x="3008500" y="3316325"/>
              <a:ext cx="1759825" cy="621450"/>
            </a:xfrm>
            <a:custGeom>
              <a:rect b="b" l="l" r="r" t="t"/>
              <a:pathLst>
                <a:path extrusionOk="0" h="24858" w="70393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11" name="Google Shape;111;p14"/>
            <p:cNvSpPr/>
            <p:nvPr/>
          </p:nvSpPr>
          <p:spPr>
            <a:xfrm>
              <a:off x="4251400" y="3107225"/>
              <a:ext cx="615650" cy="615675"/>
            </a:xfrm>
            <a:custGeom>
              <a:rect b="b" l="l" r="r" t="t"/>
              <a:pathLst>
                <a:path extrusionOk="0" h="24627" w="24626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12" name="Google Shape;112;p14"/>
            <p:cNvSpPr/>
            <p:nvPr/>
          </p:nvSpPr>
          <p:spPr>
            <a:xfrm>
              <a:off x="4454675" y="2903950"/>
              <a:ext cx="621475" cy="621475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>
        <p15:guide id="1" orient="horz" pos="212">
          <p15:clr>
            <a:srgbClr val="E46962"/>
          </p15:clr>
        </p15:guide>
        <p15:guide id="2" pos="159">
          <p15:clr>
            <a:srgbClr val="E46962"/>
          </p15:clr>
        </p15:guide>
        <p15:guide id="3" orient="horz" pos="3696">
          <p15:clr>
            <a:srgbClr val="E46962"/>
          </p15:clr>
        </p15:guide>
        <p15:guide id="4" pos="5292">
          <p15:clr>
            <a:srgbClr val="E46962"/>
          </p15:clr>
        </p15:guide>
        <p15:guide id="5" pos="468">
          <p15:clr>
            <a:srgbClr val="E46962"/>
          </p15:clr>
        </p15:guide>
        <p15:guide id="6" pos="5601">
          <p15:clr>
            <a:srgbClr val="E46962"/>
          </p15:clr>
        </p15:guide>
        <p15:guide id="7" orient="horz" pos="624">
          <p15:clr>
            <a:srgbClr val="E46962"/>
          </p15:clr>
        </p15:guide>
        <p15:guide id="8" orient="horz" pos="4108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- Alt 1">
  <p:cSld name="BLANK_1_1_1_1_1_1_1">
    <p:bg>
      <p:bgPr>
        <a:solidFill>
          <a:schemeClr val="dk1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oogle Shape;114;p15"/>
          <p:cNvGrpSpPr/>
          <p:nvPr/>
        </p:nvGrpSpPr>
        <p:grpSpPr>
          <a:xfrm>
            <a:off x="0" y="0"/>
            <a:ext cx="9144000" cy="3811971"/>
            <a:chOff x="0" y="0"/>
            <a:chExt cx="9144000" cy="2859050"/>
          </a:xfrm>
        </p:grpSpPr>
        <p:grpSp>
          <p:nvGrpSpPr>
            <p:cNvPr id="115" name="Google Shape;115;p15"/>
            <p:cNvGrpSpPr/>
            <p:nvPr/>
          </p:nvGrpSpPr>
          <p:grpSpPr>
            <a:xfrm>
              <a:off x="2700100" y="175"/>
              <a:ext cx="6443900" cy="2858875"/>
              <a:chOff x="2700100" y="175"/>
              <a:chExt cx="6443900" cy="2858875"/>
            </a:xfrm>
          </p:grpSpPr>
          <p:sp>
            <p:nvSpPr>
              <p:cNvPr id="116" name="Google Shape;116;p15"/>
              <p:cNvSpPr/>
              <p:nvPr/>
            </p:nvSpPr>
            <p:spPr>
              <a:xfrm>
                <a:off x="2700100" y="1225675"/>
                <a:ext cx="783600" cy="9036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117" name="Google Shape;117;p15"/>
              <p:cNvSpPr/>
              <p:nvPr/>
            </p:nvSpPr>
            <p:spPr>
              <a:xfrm>
                <a:off x="3463000" y="1250450"/>
                <a:ext cx="1434000" cy="16086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118" name="Google Shape;118;p15"/>
              <p:cNvSpPr/>
              <p:nvPr/>
            </p:nvSpPr>
            <p:spPr>
              <a:xfrm>
                <a:off x="4636475" y="175"/>
                <a:ext cx="1659300" cy="13989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119" name="Google Shape;119;p15"/>
              <p:cNvSpPr/>
              <p:nvPr/>
            </p:nvSpPr>
            <p:spPr>
              <a:xfrm>
                <a:off x="6295800" y="1399075"/>
                <a:ext cx="783600" cy="7302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120" name="Google Shape;120;p15"/>
              <p:cNvSpPr/>
              <p:nvPr/>
            </p:nvSpPr>
            <p:spPr>
              <a:xfrm>
                <a:off x="7745100" y="175"/>
                <a:ext cx="1398900" cy="13989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121" name="Google Shape;121;p15"/>
              <p:cNvSpPr/>
              <p:nvPr/>
            </p:nvSpPr>
            <p:spPr>
              <a:xfrm>
                <a:off x="6961500" y="175"/>
                <a:ext cx="866100" cy="7302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</p:grpSp>
        <p:grpSp>
          <p:nvGrpSpPr>
            <p:cNvPr id="122" name="Google Shape;122;p15"/>
            <p:cNvGrpSpPr/>
            <p:nvPr/>
          </p:nvGrpSpPr>
          <p:grpSpPr>
            <a:xfrm>
              <a:off x="0" y="0"/>
              <a:ext cx="4896900" cy="2797700"/>
              <a:chOff x="0" y="0"/>
              <a:chExt cx="4896900" cy="2797700"/>
            </a:xfrm>
          </p:grpSpPr>
          <p:sp>
            <p:nvSpPr>
              <p:cNvPr id="123" name="Google Shape;123;p15"/>
              <p:cNvSpPr/>
              <p:nvPr/>
            </p:nvSpPr>
            <p:spPr>
              <a:xfrm>
                <a:off x="0" y="1398800"/>
                <a:ext cx="1398900" cy="1398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124" name="Google Shape;124;p15"/>
              <p:cNvSpPr/>
              <p:nvPr/>
            </p:nvSpPr>
            <p:spPr>
              <a:xfrm>
                <a:off x="1398900" y="0"/>
                <a:ext cx="3498000" cy="1398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</p:grpSp>
      </p:grpSp>
      <p:sp>
        <p:nvSpPr>
          <p:cNvPr id="125" name="Google Shape;125;p15"/>
          <p:cNvSpPr txBox="1"/>
          <p:nvPr>
            <p:ph idx="1" type="subTitle"/>
          </p:nvPr>
        </p:nvSpPr>
        <p:spPr>
          <a:xfrm>
            <a:off x="1821150" y="336800"/>
            <a:ext cx="2653500" cy="120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/>
        </p:txBody>
      </p:sp>
      <p:sp>
        <p:nvSpPr>
          <p:cNvPr id="126" name="Google Shape;126;p15"/>
          <p:cNvSpPr txBox="1"/>
          <p:nvPr>
            <p:ph type="title"/>
          </p:nvPr>
        </p:nvSpPr>
        <p:spPr>
          <a:xfrm>
            <a:off x="252600" y="5499767"/>
            <a:ext cx="8638800" cy="12048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Font typeface="Space Grotesk"/>
              <a:buNone/>
              <a:defRPr sz="77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68">
          <p15:clr>
            <a:srgbClr val="E46962"/>
          </p15:clr>
        </p15:guide>
        <p15:guide id="2" orient="horz" pos="624">
          <p15:clr>
            <a:srgbClr val="E46962"/>
          </p15:clr>
        </p15:guide>
        <p15:guide id="3" pos="5601">
          <p15:clr>
            <a:srgbClr val="E46962"/>
          </p15:clr>
        </p15:guide>
        <p15:guide id="4" orient="horz" pos="4108">
          <p15:clr>
            <a:srgbClr val="E46962"/>
          </p15:clr>
        </p15:guide>
        <p15:guide id="5" pos="5292">
          <p15:clr>
            <a:srgbClr val="E46962"/>
          </p15:clr>
        </p15:guide>
        <p15:guide id="6" orient="horz" pos="3696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ro ">
  <p:cSld name="BLANK_1_1_1_1_1_1_1_1_1_1_1_1_1_1_1_1_1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6"/>
          <p:cNvSpPr/>
          <p:nvPr/>
        </p:nvSpPr>
        <p:spPr>
          <a:xfrm>
            <a:off x="4728000" y="2710233"/>
            <a:ext cx="1408200" cy="1965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grpSp>
        <p:nvGrpSpPr>
          <p:cNvPr id="129" name="Google Shape;129;p16"/>
          <p:cNvGrpSpPr/>
          <p:nvPr/>
        </p:nvGrpSpPr>
        <p:grpSpPr>
          <a:xfrm>
            <a:off x="4153925" y="0"/>
            <a:ext cx="4990175" cy="6857729"/>
            <a:chOff x="4153925" y="0"/>
            <a:chExt cx="4990175" cy="5143425"/>
          </a:xfrm>
        </p:grpSpPr>
        <p:sp>
          <p:nvSpPr>
            <p:cNvPr id="130" name="Google Shape;130;p16"/>
            <p:cNvSpPr/>
            <p:nvPr/>
          </p:nvSpPr>
          <p:spPr>
            <a:xfrm>
              <a:off x="6462300" y="1441775"/>
              <a:ext cx="2681700" cy="1147200"/>
            </a:xfrm>
            <a:prstGeom prst="roundRect">
              <a:avLst>
                <a:gd fmla="val 0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31" name="Google Shape;131;p16"/>
            <p:cNvSpPr/>
            <p:nvPr/>
          </p:nvSpPr>
          <p:spPr>
            <a:xfrm>
              <a:off x="6289300" y="2420925"/>
              <a:ext cx="2854800" cy="2722500"/>
            </a:xfrm>
            <a:prstGeom prst="roundRect">
              <a:avLst>
                <a:gd fmla="val 0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32" name="Google Shape;132;p16"/>
            <p:cNvSpPr/>
            <p:nvPr/>
          </p:nvSpPr>
          <p:spPr>
            <a:xfrm>
              <a:off x="4153925" y="0"/>
              <a:ext cx="1570200" cy="676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33" name="Google Shape;133;p16"/>
            <p:cNvSpPr/>
            <p:nvPr/>
          </p:nvSpPr>
          <p:spPr>
            <a:xfrm>
              <a:off x="4722625" y="0"/>
              <a:ext cx="4421400" cy="2105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34" name="Google Shape;134;p16"/>
          <p:cNvSpPr txBox="1"/>
          <p:nvPr>
            <p:ph type="title"/>
          </p:nvPr>
        </p:nvSpPr>
        <p:spPr>
          <a:xfrm>
            <a:off x="252600" y="360967"/>
            <a:ext cx="4216200" cy="115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9pPr>
          </a:lstStyle>
          <a:p/>
        </p:txBody>
      </p:sp>
      <p:sp>
        <p:nvSpPr>
          <p:cNvPr id="135" name="Google Shape;135;p16"/>
          <p:cNvSpPr txBox="1"/>
          <p:nvPr>
            <p:ph idx="1" type="body"/>
          </p:nvPr>
        </p:nvSpPr>
        <p:spPr>
          <a:xfrm>
            <a:off x="252600" y="2631500"/>
            <a:ext cx="3128700" cy="38895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/>
        </p:txBody>
      </p:sp>
      <p:sp>
        <p:nvSpPr>
          <p:cNvPr id="136" name="Google Shape;136;p16"/>
          <p:cNvSpPr/>
          <p:nvPr>
            <p:ph idx="2" type="pic"/>
          </p:nvPr>
        </p:nvSpPr>
        <p:spPr>
          <a:xfrm>
            <a:off x="4468800" y="1211567"/>
            <a:ext cx="3936300" cy="4154700"/>
          </a:xfrm>
          <a:prstGeom prst="rect">
            <a:avLst/>
          </a:prstGeom>
          <a:noFill/>
          <a:ln>
            <a:noFill/>
          </a:ln>
        </p:spPr>
      </p:sp>
      <p:sp>
        <p:nvSpPr>
          <p:cNvPr id="137" name="Google Shape;137;p16"/>
          <p:cNvSpPr/>
          <p:nvPr>
            <p:ph idx="3" type="pic"/>
          </p:nvPr>
        </p:nvSpPr>
        <p:spPr>
          <a:xfrm>
            <a:off x="4153925" y="2304599"/>
            <a:ext cx="3586800" cy="3562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624">
          <p15:clr>
            <a:srgbClr val="E46962"/>
          </p15:clr>
        </p15:guide>
        <p15:guide id="2" pos="468">
          <p15:clr>
            <a:srgbClr val="E46962"/>
          </p15:clr>
        </p15:guide>
        <p15:guide id="3" pos="5601">
          <p15:clr>
            <a:srgbClr val="E46962"/>
          </p15:clr>
        </p15:guide>
        <p15:guide id="4" orient="horz" pos="4108">
          <p15:clr>
            <a:srgbClr val="E46962"/>
          </p15:clr>
        </p15:guide>
        <p15:guide id="5" pos="5292">
          <p15:clr>
            <a:srgbClr val="E46962"/>
          </p15:clr>
        </p15:guide>
        <p15:guide id="6" pos="159">
          <p15:clr>
            <a:srgbClr val="E46962"/>
          </p15:clr>
        </p15:guide>
        <p15:guide id="7" orient="horz" pos="3696">
          <p15:clr>
            <a:srgbClr val="E46962"/>
          </p15:clr>
        </p15:guide>
        <p15:guide id="8" pos="2617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- Alt 1">
  <p:cSld name="BLANK_1_1_1_1_1_1_1_1_1_1_1_1_2">
    <p:bg>
      <p:bgPr>
        <a:solidFill>
          <a:schemeClr val="accent2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7"/>
          <p:cNvSpPr/>
          <p:nvPr/>
        </p:nvSpPr>
        <p:spPr>
          <a:xfrm>
            <a:off x="6462300" y="2849200"/>
            <a:ext cx="2681700" cy="1529700"/>
          </a:xfrm>
          <a:prstGeom prst="roundRect">
            <a:avLst>
              <a:gd fmla="val 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40" name="Google Shape;140;p17"/>
          <p:cNvSpPr/>
          <p:nvPr/>
        </p:nvSpPr>
        <p:spPr>
          <a:xfrm>
            <a:off x="6094200" y="0"/>
            <a:ext cx="3049800" cy="902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Space Grotesk Light"/>
              <a:ea typeface="Space Grotesk Light"/>
              <a:cs typeface="Space Grotesk Light"/>
              <a:sym typeface="Space Grotesk Light"/>
            </a:endParaRPr>
          </a:p>
        </p:txBody>
      </p:sp>
      <p:sp>
        <p:nvSpPr>
          <p:cNvPr id="141" name="Google Shape;141;p17"/>
          <p:cNvSpPr/>
          <p:nvPr/>
        </p:nvSpPr>
        <p:spPr>
          <a:xfrm>
            <a:off x="5759200" y="417900"/>
            <a:ext cx="3049800" cy="484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Space Grotesk Light"/>
              <a:ea typeface="Space Grotesk Light"/>
              <a:cs typeface="Space Grotesk Light"/>
              <a:sym typeface="Space Grotesk Light"/>
            </a:endParaRPr>
          </a:p>
        </p:txBody>
      </p:sp>
      <p:sp>
        <p:nvSpPr>
          <p:cNvPr id="142" name="Google Shape;142;p17"/>
          <p:cNvSpPr/>
          <p:nvPr/>
        </p:nvSpPr>
        <p:spPr>
          <a:xfrm rot="-5400000">
            <a:off x="5451300" y="3413600"/>
            <a:ext cx="624000" cy="400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3" name="Google Shape;143;p17"/>
          <p:cNvSpPr/>
          <p:nvPr/>
        </p:nvSpPr>
        <p:spPr>
          <a:xfrm>
            <a:off x="4728000" y="2710233"/>
            <a:ext cx="1408200" cy="1965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grpSp>
        <p:nvGrpSpPr>
          <p:cNvPr id="144" name="Google Shape;144;p17"/>
          <p:cNvGrpSpPr/>
          <p:nvPr/>
        </p:nvGrpSpPr>
        <p:grpSpPr>
          <a:xfrm>
            <a:off x="3632100" y="0"/>
            <a:ext cx="5511900" cy="6857862"/>
            <a:chOff x="3632100" y="0"/>
            <a:chExt cx="5511900" cy="5143525"/>
          </a:xfrm>
        </p:grpSpPr>
        <p:sp>
          <p:nvSpPr>
            <p:cNvPr id="145" name="Google Shape;145;p17"/>
            <p:cNvSpPr/>
            <p:nvPr/>
          </p:nvSpPr>
          <p:spPr>
            <a:xfrm>
              <a:off x="6462300" y="1441775"/>
              <a:ext cx="2681700" cy="1147200"/>
            </a:xfrm>
            <a:prstGeom prst="roundRect">
              <a:avLst>
                <a:gd fmla="val 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6" name="Google Shape;146;p17"/>
            <p:cNvSpPr/>
            <p:nvPr/>
          </p:nvSpPr>
          <p:spPr>
            <a:xfrm>
              <a:off x="6462300" y="3103775"/>
              <a:ext cx="2681700" cy="2039700"/>
            </a:xfrm>
            <a:prstGeom prst="roundRect">
              <a:avLst>
                <a:gd fmla="val 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7" name="Google Shape;147;p17"/>
            <p:cNvSpPr/>
            <p:nvPr/>
          </p:nvSpPr>
          <p:spPr>
            <a:xfrm>
              <a:off x="4153925" y="1416600"/>
              <a:ext cx="1570200" cy="676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8" name="Google Shape;148;p17"/>
            <p:cNvSpPr/>
            <p:nvPr/>
          </p:nvSpPr>
          <p:spPr>
            <a:xfrm>
              <a:off x="4196325" y="4236925"/>
              <a:ext cx="2376000" cy="906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9" name="Google Shape;149;p17"/>
            <p:cNvSpPr/>
            <p:nvPr/>
          </p:nvSpPr>
          <p:spPr>
            <a:xfrm>
              <a:off x="3632100" y="0"/>
              <a:ext cx="5511900" cy="14739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50" name="Google Shape;150;p17"/>
          <p:cNvSpPr txBox="1"/>
          <p:nvPr>
            <p:ph idx="1" type="subTitle"/>
          </p:nvPr>
        </p:nvSpPr>
        <p:spPr>
          <a:xfrm>
            <a:off x="160431" y="224139"/>
            <a:ext cx="2653500" cy="105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highlight>
                  <a:schemeClr val="lt2"/>
                </a:highlight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9pPr>
          </a:lstStyle>
          <a:p/>
        </p:txBody>
      </p:sp>
      <p:sp>
        <p:nvSpPr>
          <p:cNvPr id="151" name="Google Shape;151;p17"/>
          <p:cNvSpPr txBox="1"/>
          <p:nvPr>
            <p:ph idx="2" type="body"/>
          </p:nvPr>
        </p:nvSpPr>
        <p:spPr>
          <a:xfrm>
            <a:off x="252600" y="5063133"/>
            <a:ext cx="3049800" cy="1458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/>
        </p:txBody>
      </p:sp>
      <p:sp>
        <p:nvSpPr>
          <p:cNvPr id="152" name="Google Shape;152;p17"/>
          <p:cNvSpPr txBox="1"/>
          <p:nvPr>
            <p:ph type="title"/>
          </p:nvPr>
        </p:nvSpPr>
        <p:spPr>
          <a:xfrm>
            <a:off x="252600" y="3788133"/>
            <a:ext cx="4288200" cy="115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 Medium"/>
              <a:buNone/>
              <a:defRPr sz="3500">
                <a:highlight>
                  <a:schemeClr val="lt2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9pPr>
          </a:lstStyle>
          <a:p/>
        </p:txBody>
      </p:sp>
      <p:sp>
        <p:nvSpPr>
          <p:cNvPr id="153" name="Google Shape;153;p17"/>
          <p:cNvSpPr/>
          <p:nvPr>
            <p:ph idx="3" type="pic"/>
          </p:nvPr>
        </p:nvSpPr>
        <p:spPr>
          <a:xfrm>
            <a:off x="4634854" y="837246"/>
            <a:ext cx="3444300" cy="4362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468">
          <p15:clr>
            <a:srgbClr val="E46962"/>
          </p15:clr>
        </p15:guide>
        <p15:guide id="2" orient="horz" pos="624">
          <p15:clr>
            <a:srgbClr val="E46962"/>
          </p15:clr>
        </p15:guide>
        <p15:guide id="3" pos="5601">
          <p15:clr>
            <a:srgbClr val="E46962"/>
          </p15:clr>
        </p15:guide>
        <p15:guide id="4" orient="horz" pos="4108">
          <p15:clr>
            <a:srgbClr val="E46962"/>
          </p15:clr>
        </p15:guide>
        <p15:guide id="5" pos="159">
          <p15:clr>
            <a:srgbClr val="E46962"/>
          </p15:clr>
        </p15:guide>
        <p15:guide id="6" pos="5292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cept">
  <p:cSld name="ONE_COLUMN_TEXT_1">
    <p:bg>
      <p:bgPr>
        <a:solidFill>
          <a:schemeClr val="accent2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5" name="Google Shape;155;p18"/>
          <p:cNvGrpSpPr/>
          <p:nvPr/>
        </p:nvGrpSpPr>
        <p:grpSpPr>
          <a:xfrm>
            <a:off x="2230528" y="1477840"/>
            <a:ext cx="4915231" cy="3920795"/>
            <a:chOff x="2230528" y="1108408"/>
            <a:chExt cx="4915231" cy="2940670"/>
          </a:xfrm>
        </p:grpSpPr>
        <p:sp>
          <p:nvSpPr>
            <p:cNvPr id="156" name="Google Shape;156;p18"/>
            <p:cNvSpPr/>
            <p:nvPr/>
          </p:nvSpPr>
          <p:spPr>
            <a:xfrm>
              <a:off x="3583559" y="2237378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57" name="Google Shape;157;p18"/>
            <p:cNvSpPr/>
            <p:nvPr/>
          </p:nvSpPr>
          <p:spPr>
            <a:xfrm>
              <a:off x="3169759" y="1865553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58" name="Google Shape;158;p18"/>
            <p:cNvSpPr/>
            <p:nvPr/>
          </p:nvSpPr>
          <p:spPr>
            <a:xfrm>
              <a:off x="2715512" y="1415749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59" name="Google Shape;159;p18"/>
            <p:cNvSpPr/>
            <p:nvPr/>
          </p:nvSpPr>
          <p:spPr>
            <a:xfrm>
              <a:off x="2230528" y="1108408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60" name="Google Shape;160;p18"/>
          <p:cNvSpPr txBox="1"/>
          <p:nvPr>
            <p:ph type="title"/>
          </p:nvPr>
        </p:nvSpPr>
        <p:spPr>
          <a:xfrm>
            <a:off x="2420613" y="1733303"/>
            <a:ext cx="4262400" cy="1328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 Medium"/>
              <a:buNone/>
              <a:defRPr sz="35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9pPr>
          </a:lstStyle>
          <a:p/>
        </p:txBody>
      </p:sp>
      <p:sp>
        <p:nvSpPr>
          <p:cNvPr id="161" name="Google Shape;161;p18"/>
          <p:cNvSpPr txBox="1"/>
          <p:nvPr>
            <p:ph idx="1" type="body"/>
          </p:nvPr>
        </p:nvSpPr>
        <p:spPr>
          <a:xfrm>
            <a:off x="4192376" y="3248833"/>
            <a:ext cx="1356300" cy="2064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9pPr>
          </a:lstStyle>
          <a:p/>
        </p:txBody>
      </p:sp>
      <p:sp>
        <p:nvSpPr>
          <p:cNvPr id="162" name="Google Shape;162;p18"/>
          <p:cNvSpPr txBox="1"/>
          <p:nvPr>
            <p:ph idx="2" type="body"/>
          </p:nvPr>
        </p:nvSpPr>
        <p:spPr>
          <a:xfrm>
            <a:off x="5712456" y="3248833"/>
            <a:ext cx="1356300" cy="2064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9pPr>
          </a:lstStyle>
          <a:p/>
        </p:txBody>
      </p:sp>
      <p:sp>
        <p:nvSpPr>
          <p:cNvPr id="163" name="Google Shape;163;p18"/>
          <p:cNvSpPr txBox="1"/>
          <p:nvPr>
            <p:ph idx="3" type="body"/>
          </p:nvPr>
        </p:nvSpPr>
        <p:spPr>
          <a:xfrm>
            <a:off x="2230525" y="3248833"/>
            <a:ext cx="1878300" cy="2781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23850" lvl="0" marL="4572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●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○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■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●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○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■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●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○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■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roduction">
  <p:cSld name="CUSTOM">
    <p:bg>
      <p:bgPr>
        <a:solidFill>
          <a:schemeClr val="accent2"/>
        </a:solidFill>
      </p:bgPr>
    </p:bg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9"/>
          <p:cNvSpPr/>
          <p:nvPr>
            <p:ph idx="2" type="pic"/>
          </p:nvPr>
        </p:nvSpPr>
        <p:spPr>
          <a:xfrm>
            <a:off x="743700" y="2258333"/>
            <a:ext cx="3974100" cy="36033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166" name="Google Shape;166;p19"/>
          <p:cNvGrpSpPr/>
          <p:nvPr/>
        </p:nvGrpSpPr>
        <p:grpSpPr>
          <a:xfrm>
            <a:off x="743700" y="989709"/>
            <a:ext cx="7047725" cy="4876411"/>
            <a:chOff x="743700" y="742300"/>
            <a:chExt cx="7047725" cy="3657400"/>
          </a:xfrm>
        </p:grpSpPr>
        <p:sp>
          <p:nvSpPr>
            <p:cNvPr id="167" name="Google Shape;167;p19"/>
            <p:cNvSpPr/>
            <p:nvPr/>
          </p:nvSpPr>
          <p:spPr>
            <a:xfrm>
              <a:off x="4626725" y="1693750"/>
              <a:ext cx="3164700" cy="1721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68" name="Google Shape;168;p19"/>
            <p:cNvSpPr/>
            <p:nvPr/>
          </p:nvSpPr>
          <p:spPr>
            <a:xfrm>
              <a:off x="4718150" y="3341000"/>
              <a:ext cx="1465200" cy="1058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69" name="Google Shape;169;p19"/>
            <p:cNvSpPr/>
            <p:nvPr/>
          </p:nvSpPr>
          <p:spPr>
            <a:xfrm>
              <a:off x="743700" y="742300"/>
              <a:ext cx="4529700" cy="1839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70" name="Google Shape;170;p19"/>
            <p:cNvSpPr/>
            <p:nvPr/>
          </p:nvSpPr>
          <p:spPr>
            <a:xfrm>
              <a:off x="1359836" y="2451775"/>
              <a:ext cx="416400" cy="39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71" name="Google Shape;171;p19"/>
            <p:cNvSpPr/>
            <p:nvPr/>
          </p:nvSpPr>
          <p:spPr>
            <a:xfrm>
              <a:off x="744050" y="3236575"/>
              <a:ext cx="741900" cy="39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72" name="Google Shape;172;p19"/>
            <p:cNvSpPr/>
            <p:nvPr/>
          </p:nvSpPr>
          <p:spPr>
            <a:xfrm>
              <a:off x="1495975" y="2368625"/>
              <a:ext cx="765000" cy="8679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73" name="Google Shape;173;p19"/>
            <p:cNvSpPr/>
            <p:nvPr/>
          </p:nvSpPr>
          <p:spPr>
            <a:xfrm>
              <a:off x="3976375" y="2351575"/>
              <a:ext cx="741900" cy="492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74" name="Google Shape;174;p19"/>
          <p:cNvSpPr/>
          <p:nvPr/>
        </p:nvSpPr>
        <p:spPr>
          <a:xfrm>
            <a:off x="4718150" y="3785500"/>
            <a:ext cx="1465200" cy="76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75" name="Google Shape;175;p19"/>
          <p:cNvSpPr/>
          <p:nvPr/>
        </p:nvSpPr>
        <p:spPr>
          <a:xfrm>
            <a:off x="6183250" y="4454667"/>
            <a:ext cx="1245300" cy="1411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76" name="Google Shape;176;p19"/>
          <p:cNvSpPr txBox="1"/>
          <p:nvPr>
            <p:ph type="title"/>
          </p:nvPr>
        </p:nvSpPr>
        <p:spPr>
          <a:xfrm>
            <a:off x="1032350" y="982700"/>
            <a:ext cx="3651300" cy="2073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177" name="Google Shape;177;p19"/>
          <p:cNvSpPr txBox="1"/>
          <p:nvPr>
            <p:ph idx="3" type="title"/>
          </p:nvPr>
        </p:nvSpPr>
        <p:spPr>
          <a:xfrm>
            <a:off x="6183250" y="4181467"/>
            <a:ext cx="2217000" cy="278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9pPr>
          </a:lstStyle>
          <a:p/>
        </p:txBody>
      </p:sp>
      <p:sp>
        <p:nvSpPr>
          <p:cNvPr id="178" name="Google Shape;178;p19"/>
          <p:cNvSpPr txBox="1"/>
          <p:nvPr>
            <p:ph idx="4" type="title"/>
          </p:nvPr>
        </p:nvSpPr>
        <p:spPr>
          <a:xfrm>
            <a:off x="4713425" y="2300233"/>
            <a:ext cx="2991300" cy="1615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9pPr>
          </a:lstStyle>
          <a:p/>
        </p:txBody>
      </p:sp>
      <p:sp>
        <p:nvSpPr>
          <p:cNvPr id="179" name="Google Shape;179;p19"/>
          <p:cNvSpPr txBox="1"/>
          <p:nvPr>
            <p:ph idx="5" type="title"/>
          </p:nvPr>
        </p:nvSpPr>
        <p:spPr>
          <a:xfrm>
            <a:off x="5340025" y="977700"/>
            <a:ext cx="3287400" cy="1216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2pPr>
            <a:lvl3pPr lvl="2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3pPr>
            <a:lvl4pPr lvl="3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4pPr>
            <a:lvl5pPr lvl="4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5pPr>
            <a:lvl6pPr lvl="5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6pPr>
            <a:lvl7pPr lvl="6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7pPr>
            <a:lvl8pPr lvl="7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8pPr>
            <a:lvl9pPr lvl="8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9pPr>
          </a:lstStyle>
          <a:p/>
        </p:txBody>
      </p:sp>
      <p:sp>
        <p:nvSpPr>
          <p:cNvPr id="180" name="Google Shape;180;p19"/>
          <p:cNvSpPr/>
          <p:nvPr>
            <p:ph idx="6" type="pic"/>
          </p:nvPr>
        </p:nvSpPr>
        <p:spPr>
          <a:xfrm>
            <a:off x="6183250" y="4459667"/>
            <a:ext cx="2217000" cy="1401600"/>
          </a:xfrm>
          <a:prstGeom prst="rect">
            <a:avLst/>
          </a:prstGeom>
          <a:noFill/>
          <a:ln>
            <a:noFill/>
          </a:ln>
        </p:spPr>
      </p:sp>
      <p:sp>
        <p:nvSpPr>
          <p:cNvPr id="181" name="Google Shape;181;p19"/>
          <p:cNvSpPr txBox="1"/>
          <p:nvPr>
            <p:ph idx="7" type="title"/>
          </p:nvPr>
        </p:nvSpPr>
        <p:spPr>
          <a:xfrm>
            <a:off x="4804625" y="3950000"/>
            <a:ext cx="1317600" cy="2257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12">
          <p15:clr>
            <a:srgbClr val="E46962"/>
          </p15:clr>
        </p15:guide>
        <p15:guide id="2" pos="159">
          <p15:clr>
            <a:srgbClr val="E46962"/>
          </p15:clr>
        </p15:guide>
        <p15:guide id="3" pos="5601">
          <p15:clr>
            <a:srgbClr val="E46962"/>
          </p15:clr>
        </p15:guide>
        <p15:guide id="4" orient="horz" pos="4108">
          <p15:clr>
            <a:srgbClr val="E46962"/>
          </p15:clr>
        </p15:guide>
        <p15:guide id="5" pos="468">
          <p15:clr>
            <a:srgbClr val="E46962"/>
          </p15:clr>
        </p15:guide>
        <p15:guide id="6" pos="5292">
          <p15:clr>
            <a:srgbClr val="E46962"/>
          </p15:clr>
        </p15:guide>
        <p15:guide id="7" orient="horz" pos="624">
          <p15:clr>
            <a:srgbClr val="E46962"/>
          </p15:clr>
        </p15:guide>
        <p15:guide id="8" orient="horz" pos="3696">
          <p15:clr>
            <a:srgbClr val="E46962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roduction - Alt 1">
  <p:cSld name="CUSTOM_1">
    <p:bg>
      <p:bgPr>
        <a:solidFill>
          <a:schemeClr val="accent2"/>
        </a:solidFill>
      </p:bgPr>
    </p:bg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0"/>
          <p:cNvSpPr/>
          <p:nvPr/>
        </p:nvSpPr>
        <p:spPr>
          <a:xfrm>
            <a:off x="743700" y="2762633"/>
            <a:ext cx="357300" cy="68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84" name="Google Shape;184;p20"/>
          <p:cNvSpPr/>
          <p:nvPr>
            <p:ph idx="2" type="pic"/>
          </p:nvPr>
        </p:nvSpPr>
        <p:spPr>
          <a:xfrm>
            <a:off x="978875" y="2762633"/>
            <a:ext cx="3761700" cy="3573600"/>
          </a:xfrm>
          <a:prstGeom prst="rect">
            <a:avLst/>
          </a:prstGeom>
          <a:noFill/>
          <a:ln>
            <a:noFill/>
          </a:ln>
        </p:spPr>
      </p:sp>
      <p:sp>
        <p:nvSpPr>
          <p:cNvPr id="185" name="Google Shape;185;p20"/>
          <p:cNvSpPr/>
          <p:nvPr/>
        </p:nvSpPr>
        <p:spPr>
          <a:xfrm>
            <a:off x="743700" y="991600"/>
            <a:ext cx="4529700" cy="1800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86" name="Google Shape;186;p20"/>
          <p:cNvSpPr/>
          <p:nvPr/>
        </p:nvSpPr>
        <p:spPr>
          <a:xfrm>
            <a:off x="1285575" y="2719467"/>
            <a:ext cx="385200" cy="1106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87" name="Google Shape;187;p20"/>
          <p:cNvSpPr/>
          <p:nvPr/>
        </p:nvSpPr>
        <p:spPr>
          <a:xfrm>
            <a:off x="742950" y="4131400"/>
            <a:ext cx="1359900" cy="656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88" name="Google Shape;188;p20"/>
          <p:cNvSpPr/>
          <p:nvPr/>
        </p:nvSpPr>
        <p:spPr>
          <a:xfrm>
            <a:off x="4718150" y="5178933"/>
            <a:ext cx="765000" cy="1157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89" name="Google Shape;189;p20"/>
          <p:cNvSpPr/>
          <p:nvPr/>
        </p:nvSpPr>
        <p:spPr>
          <a:xfrm>
            <a:off x="3800525" y="2719467"/>
            <a:ext cx="1004100" cy="941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90" name="Google Shape;190;p20"/>
          <p:cNvSpPr/>
          <p:nvPr/>
        </p:nvSpPr>
        <p:spPr>
          <a:xfrm>
            <a:off x="4718150" y="504667"/>
            <a:ext cx="3552000" cy="5361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91" name="Google Shape;191;p20"/>
          <p:cNvSpPr txBox="1"/>
          <p:nvPr>
            <p:ph type="title"/>
          </p:nvPr>
        </p:nvSpPr>
        <p:spPr>
          <a:xfrm>
            <a:off x="4946700" y="831467"/>
            <a:ext cx="3093300" cy="2225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192" name="Google Shape;192;p20"/>
          <p:cNvSpPr/>
          <p:nvPr>
            <p:ph idx="3" type="pic"/>
          </p:nvPr>
        </p:nvSpPr>
        <p:spPr>
          <a:xfrm>
            <a:off x="742950" y="4788200"/>
            <a:ext cx="1359900" cy="1294500"/>
          </a:xfrm>
          <a:prstGeom prst="rect">
            <a:avLst/>
          </a:prstGeom>
          <a:noFill/>
          <a:ln>
            <a:noFill/>
          </a:ln>
        </p:spPr>
      </p:sp>
      <p:sp>
        <p:nvSpPr>
          <p:cNvPr id="193" name="Google Shape;193;p20"/>
          <p:cNvSpPr txBox="1"/>
          <p:nvPr>
            <p:ph idx="4" type="title"/>
          </p:nvPr>
        </p:nvSpPr>
        <p:spPr>
          <a:xfrm>
            <a:off x="883025" y="1063290"/>
            <a:ext cx="3921600" cy="1216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2pPr>
            <a:lvl3pPr lvl="2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3pPr>
            <a:lvl4pPr lvl="3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4pPr>
            <a:lvl5pPr lvl="4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5pPr>
            <a:lvl6pPr lvl="5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6pPr>
            <a:lvl7pPr lvl="6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7pPr>
            <a:lvl8pPr lvl="7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8pPr>
            <a:lvl9pPr lvl="8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9pPr>
          </a:lstStyle>
          <a:p/>
        </p:txBody>
      </p:sp>
      <p:sp>
        <p:nvSpPr>
          <p:cNvPr id="194" name="Google Shape;194;p20"/>
          <p:cNvSpPr/>
          <p:nvPr/>
        </p:nvSpPr>
        <p:spPr>
          <a:xfrm>
            <a:off x="956075" y="2464033"/>
            <a:ext cx="357300" cy="791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95" name="Google Shape;195;p20"/>
          <p:cNvSpPr txBox="1"/>
          <p:nvPr>
            <p:ph idx="5" type="title"/>
          </p:nvPr>
        </p:nvSpPr>
        <p:spPr>
          <a:xfrm>
            <a:off x="883025" y="2406967"/>
            <a:ext cx="3093300" cy="355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196" name="Google Shape;196;p20"/>
          <p:cNvSpPr txBox="1"/>
          <p:nvPr>
            <p:ph idx="6" type="title"/>
          </p:nvPr>
        </p:nvSpPr>
        <p:spPr>
          <a:xfrm>
            <a:off x="812500" y="4346267"/>
            <a:ext cx="1463700" cy="60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12">
          <p15:clr>
            <a:srgbClr val="E46962"/>
          </p15:clr>
        </p15:guide>
        <p15:guide id="2" pos="159">
          <p15:clr>
            <a:srgbClr val="E46962"/>
          </p15:clr>
        </p15:guide>
        <p15:guide id="3" pos="5601">
          <p15:clr>
            <a:srgbClr val="E46962"/>
          </p15:clr>
        </p15:guide>
        <p15:guide id="4" orient="horz" pos="4108">
          <p15:clr>
            <a:srgbClr val="E46962"/>
          </p15:clr>
        </p15:guide>
        <p15:guide id="5" pos="468">
          <p15:clr>
            <a:srgbClr val="E46962"/>
          </p15:clr>
        </p15:guide>
        <p15:guide id="6" pos="5292">
          <p15:clr>
            <a:srgbClr val="E46962"/>
          </p15:clr>
        </p15:guide>
        <p15:guide id="7" orient="horz" pos="624">
          <p15:clr>
            <a:srgbClr val="E46962"/>
          </p15:clr>
        </p15:guide>
        <p15:guide id="8" orient="horz" pos="3696">
          <p15:clr>
            <a:srgbClr val="E46962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+ image">
  <p:cSld name="BLANK_1_1_1_1_1_1_1_1_1_1_1_1_1_1_2">
    <p:bg>
      <p:bgPr>
        <a:solidFill>
          <a:schemeClr val="dk1"/>
        </a:solidFill>
      </p:bgPr>
    </p:bg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1"/>
          <p:cNvSpPr txBox="1"/>
          <p:nvPr>
            <p:ph idx="1" type="body"/>
          </p:nvPr>
        </p:nvSpPr>
        <p:spPr>
          <a:xfrm>
            <a:off x="3721600" y="4168600"/>
            <a:ext cx="1384800" cy="2170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/>
        </p:txBody>
      </p:sp>
      <p:sp>
        <p:nvSpPr>
          <p:cNvPr id="199" name="Google Shape;199;p21"/>
          <p:cNvSpPr/>
          <p:nvPr>
            <p:ph idx="2" type="pic"/>
          </p:nvPr>
        </p:nvSpPr>
        <p:spPr>
          <a:xfrm>
            <a:off x="0" y="0"/>
            <a:ext cx="2546700" cy="4777500"/>
          </a:xfrm>
          <a:prstGeom prst="rect">
            <a:avLst/>
          </a:prstGeom>
          <a:noFill/>
          <a:ln>
            <a:noFill/>
          </a:ln>
        </p:spPr>
      </p:sp>
      <p:sp>
        <p:nvSpPr>
          <p:cNvPr id="200" name="Google Shape;200;p21"/>
          <p:cNvSpPr/>
          <p:nvPr>
            <p:ph idx="3" type="pic"/>
          </p:nvPr>
        </p:nvSpPr>
        <p:spPr>
          <a:xfrm>
            <a:off x="280475" y="632851"/>
            <a:ext cx="2940900" cy="6225300"/>
          </a:xfrm>
          <a:prstGeom prst="rect">
            <a:avLst/>
          </a:prstGeom>
          <a:noFill/>
          <a:ln>
            <a:noFill/>
          </a:ln>
        </p:spPr>
      </p:sp>
      <p:sp>
        <p:nvSpPr>
          <p:cNvPr id="201" name="Google Shape;201;p21"/>
          <p:cNvSpPr/>
          <p:nvPr/>
        </p:nvSpPr>
        <p:spPr>
          <a:xfrm>
            <a:off x="3596536" y="338431"/>
            <a:ext cx="10821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02" name="Google Shape;202;p21"/>
          <p:cNvSpPr txBox="1"/>
          <p:nvPr>
            <p:ph idx="4" type="body"/>
          </p:nvPr>
        </p:nvSpPr>
        <p:spPr>
          <a:xfrm>
            <a:off x="5511500" y="4168600"/>
            <a:ext cx="1384800" cy="2170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/>
        </p:txBody>
      </p:sp>
      <p:sp>
        <p:nvSpPr>
          <p:cNvPr id="203" name="Google Shape;203;p21"/>
          <p:cNvSpPr txBox="1"/>
          <p:nvPr>
            <p:ph idx="5" type="body"/>
          </p:nvPr>
        </p:nvSpPr>
        <p:spPr>
          <a:xfrm>
            <a:off x="7293076" y="4168600"/>
            <a:ext cx="1461000" cy="2170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/>
        </p:txBody>
      </p:sp>
      <p:sp>
        <p:nvSpPr>
          <p:cNvPr id="204" name="Google Shape;204;p21"/>
          <p:cNvSpPr txBox="1"/>
          <p:nvPr>
            <p:ph type="title"/>
          </p:nvPr>
        </p:nvSpPr>
        <p:spPr>
          <a:xfrm>
            <a:off x="3598725" y="1981117"/>
            <a:ext cx="4801500" cy="1002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205" name="Google Shape;205;p21"/>
          <p:cNvSpPr txBox="1"/>
          <p:nvPr>
            <p:ph idx="6" type="subTitle"/>
          </p:nvPr>
        </p:nvSpPr>
        <p:spPr>
          <a:xfrm>
            <a:off x="3721600" y="3612367"/>
            <a:ext cx="1574700" cy="323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06" name="Google Shape;206;p21"/>
          <p:cNvSpPr txBox="1"/>
          <p:nvPr>
            <p:ph idx="7" type="subTitle"/>
          </p:nvPr>
        </p:nvSpPr>
        <p:spPr>
          <a:xfrm>
            <a:off x="5511500" y="3612367"/>
            <a:ext cx="1574700" cy="323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07" name="Google Shape;207;p21"/>
          <p:cNvSpPr txBox="1"/>
          <p:nvPr>
            <p:ph idx="8" type="subTitle"/>
          </p:nvPr>
        </p:nvSpPr>
        <p:spPr>
          <a:xfrm>
            <a:off x="7293076" y="3618165"/>
            <a:ext cx="1598400" cy="323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08" name="Google Shape;208;p21"/>
          <p:cNvSpPr txBox="1"/>
          <p:nvPr>
            <p:ph idx="9" type="title"/>
          </p:nvPr>
        </p:nvSpPr>
        <p:spPr>
          <a:xfrm>
            <a:off x="3596525" y="697233"/>
            <a:ext cx="5295000" cy="1115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500">
                <a:highlight>
                  <a:schemeClr val="accent5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9pPr>
          </a:lstStyle>
          <a:p/>
        </p:txBody>
      </p:sp>
      <p:grpSp>
        <p:nvGrpSpPr>
          <p:cNvPr id="209" name="Google Shape;209;p21"/>
          <p:cNvGrpSpPr/>
          <p:nvPr/>
        </p:nvGrpSpPr>
        <p:grpSpPr>
          <a:xfrm>
            <a:off x="4430888" y="430718"/>
            <a:ext cx="149937" cy="158618"/>
            <a:chOff x="2601950" y="1974675"/>
            <a:chExt cx="2474200" cy="1963100"/>
          </a:xfrm>
        </p:grpSpPr>
        <p:sp>
          <p:nvSpPr>
            <p:cNvPr id="210" name="Google Shape;210;p21"/>
            <p:cNvSpPr/>
            <p:nvPr/>
          </p:nvSpPr>
          <p:spPr>
            <a:xfrm>
              <a:off x="2601950" y="1974675"/>
              <a:ext cx="621475" cy="621475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1" name="Google Shape;211;p21"/>
            <p:cNvSpPr/>
            <p:nvPr/>
          </p:nvSpPr>
          <p:spPr>
            <a:xfrm>
              <a:off x="4454675" y="1974675"/>
              <a:ext cx="621475" cy="621475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2" name="Google Shape;212;p21"/>
            <p:cNvSpPr/>
            <p:nvPr/>
          </p:nvSpPr>
          <p:spPr>
            <a:xfrm>
              <a:off x="2601950" y="2903950"/>
              <a:ext cx="621475" cy="621475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3" name="Google Shape;213;p21"/>
            <p:cNvSpPr/>
            <p:nvPr/>
          </p:nvSpPr>
          <p:spPr>
            <a:xfrm>
              <a:off x="2811025" y="3107225"/>
              <a:ext cx="615675" cy="615675"/>
            </a:xfrm>
            <a:custGeom>
              <a:rect b="b" l="l" r="r" t="t"/>
              <a:pathLst>
                <a:path extrusionOk="0" h="24627" w="24627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4" name="Google Shape;214;p21"/>
            <p:cNvSpPr/>
            <p:nvPr/>
          </p:nvSpPr>
          <p:spPr>
            <a:xfrm>
              <a:off x="3008500" y="3316325"/>
              <a:ext cx="1759825" cy="621450"/>
            </a:xfrm>
            <a:custGeom>
              <a:rect b="b" l="l" r="r" t="t"/>
              <a:pathLst>
                <a:path extrusionOk="0" h="24858" w="70393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5" name="Google Shape;215;p21"/>
            <p:cNvSpPr/>
            <p:nvPr/>
          </p:nvSpPr>
          <p:spPr>
            <a:xfrm>
              <a:off x="4251400" y="3107225"/>
              <a:ext cx="615650" cy="615675"/>
            </a:xfrm>
            <a:custGeom>
              <a:rect b="b" l="l" r="r" t="t"/>
              <a:pathLst>
                <a:path extrusionOk="0" h="24627" w="24626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6" name="Google Shape;216;p21"/>
            <p:cNvSpPr/>
            <p:nvPr/>
          </p:nvSpPr>
          <p:spPr>
            <a:xfrm>
              <a:off x="4454675" y="2903950"/>
              <a:ext cx="621475" cy="621475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217" name="Google Shape;217;p21"/>
          <p:cNvGrpSpPr/>
          <p:nvPr/>
        </p:nvGrpSpPr>
        <p:grpSpPr>
          <a:xfrm>
            <a:off x="3680513" y="430718"/>
            <a:ext cx="149937" cy="158618"/>
            <a:chOff x="2601950" y="1974675"/>
            <a:chExt cx="2474200" cy="1963100"/>
          </a:xfrm>
        </p:grpSpPr>
        <p:sp>
          <p:nvSpPr>
            <p:cNvPr id="218" name="Google Shape;218;p21"/>
            <p:cNvSpPr/>
            <p:nvPr/>
          </p:nvSpPr>
          <p:spPr>
            <a:xfrm>
              <a:off x="2601950" y="1974675"/>
              <a:ext cx="621475" cy="621475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9" name="Google Shape;219;p21"/>
            <p:cNvSpPr/>
            <p:nvPr/>
          </p:nvSpPr>
          <p:spPr>
            <a:xfrm>
              <a:off x="4454675" y="1974675"/>
              <a:ext cx="621475" cy="621475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0" name="Google Shape;220;p21"/>
            <p:cNvSpPr/>
            <p:nvPr/>
          </p:nvSpPr>
          <p:spPr>
            <a:xfrm>
              <a:off x="2601950" y="2903950"/>
              <a:ext cx="621475" cy="621475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1" name="Google Shape;221;p21"/>
            <p:cNvSpPr/>
            <p:nvPr/>
          </p:nvSpPr>
          <p:spPr>
            <a:xfrm>
              <a:off x="2811025" y="3107225"/>
              <a:ext cx="615675" cy="615675"/>
            </a:xfrm>
            <a:custGeom>
              <a:rect b="b" l="l" r="r" t="t"/>
              <a:pathLst>
                <a:path extrusionOk="0" h="24627" w="24627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2" name="Google Shape;222;p21"/>
            <p:cNvSpPr/>
            <p:nvPr/>
          </p:nvSpPr>
          <p:spPr>
            <a:xfrm>
              <a:off x="3008500" y="3316325"/>
              <a:ext cx="1759825" cy="621450"/>
            </a:xfrm>
            <a:custGeom>
              <a:rect b="b" l="l" r="r" t="t"/>
              <a:pathLst>
                <a:path extrusionOk="0" h="24858" w="70393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3" name="Google Shape;223;p21"/>
            <p:cNvSpPr/>
            <p:nvPr/>
          </p:nvSpPr>
          <p:spPr>
            <a:xfrm>
              <a:off x="4251400" y="3107225"/>
              <a:ext cx="615650" cy="615675"/>
            </a:xfrm>
            <a:custGeom>
              <a:rect b="b" l="l" r="r" t="t"/>
              <a:pathLst>
                <a:path extrusionOk="0" h="24627" w="24626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4" name="Google Shape;224;p21"/>
            <p:cNvSpPr/>
            <p:nvPr/>
          </p:nvSpPr>
          <p:spPr>
            <a:xfrm>
              <a:off x="4454675" y="2903950"/>
              <a:ext cx="621475" cy="621475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225" name="Google Shape;225;p21"/>
          <p:cNvGrpSpPr/>
          <p:nvPr/>
        </p:nvGrpSpPr>
        <p:grpSpPr>
          <a:xfrm>
            <a:off x="4062602" y="430708"/>
            <a:ext cx="149940" cy="158624"/>
            <a:chOff x="4062602" y="323039"/>
            <a:chExt cx="149940" cy="118971"/>
          </a:xfrm>
        </p:grpSpPr>
        <p:sp>
          <p:nvSpPr>
            <p:cNvPr id="226" name="Google Shape;226;p21"/>
            <p:cNvSpPr/>
            <p:nvPr/>
          </p:nvSpPr>
          <p:spPr>
            <a:xfrm>
              <a:off x="4062602" y="323039"/>
              <a:ext cx="37661" cy="37661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7" name="Google Shape;227;p21"/>
            <p:cNvSpPr/>
            <p:nvPr/>
          </p:nvSpPr>
          <p:spPr>
            <a:xfrm>
              <a:off x="4174877" y="323039"/>
              <a:ext cx="37661" cy="37661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8" name="Google Shape;228;p21"/>
            <p:cNvSpPr/>
            <p:nvPr/>
          </p:nvSpPr>
          <p:spPr>
            <a:xfrm>
              <a:off x="4062605" y="404350"/>
              <a:ext cx="149937" cy="37660"/>
            </a:xfrm>
            <a:custGeom>
              <a:rect b="b" l="l" r="r" t="t"/>
              <a:pathLst>
                <a:path extrusionOk="0" h="24858" w="70393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>
        <p15:guide id="1" pos="468">
          <p15:clr>
            <a:srgbClr val="E46962"/>
          </p15:clr>
        </p15:guide>
        <p15:guide id="2" orient="horz" pos="624">
          <p15:clr>
            <a:srgbClr val="E46962"/>
          </p15:clr>
        </p15:guide>
        <p15:guide id="3" orient="horz" pos="4108">
          <p15:clr>
            <a:srgbClr val="E46962"/>
          </p15:clr>
        </p15:guide>
        <p15:guide id="4" pos="5601">
          <p15:clr>
            <a:srgbClr val="E46962"/>
          </p15:clr>
        </p15:guide>
        <p15:guide id="5" pos="5292">
          <p15:clr>
            <a:srgbClr val="E46962"/>
          </p15:clr>
        </p15:guide>
        <p15:guide id="6" orient="horz" pos="212">
          <p15:clr>
            <a:srgbClr val="E46962"/>
          </p15:clr>
        </p15:guide>
        <p15:guide id="7" orient="horz" pos="3696">
          <p15:clr>
            <a:srgbClr val="E46962"/>
          </p15:clr>
        </p15:guide>
        <p15:guide id="8" pos="159">
          <p15:clr>
            <a:srgbClr val="E46962"/>
          </p15:clr>
        </p15:guide>
        <p15:guide id="9" pos="2268">
          <p15:clr>
            <a:srgbClr val="E46962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Alt 2">
  <p:cSld name="BLANK_1_1_1_1_1_1_1_1_1_1_1_1_1_1_2_2">
    <p:bg>
      <p:bgPr>
        <a:solidFill>
          <a:schemeClr val="accent4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2"/>
          <p:cNvSpPr txBox="1"/>
          <p:nvPr>
            <p:ph type="title"/>
          </p:nvPr>
        </p:nvSpPr>
        <p:spPr>
          <a:xfrm>
            <a:off x="245425" y="2084767"/>
            <a:ext cx="3155400" cy="126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231" name="Google Shape;231;p22"/>
          <p:cNvSpPr txBox="1"/>
          <p:nvPr>
            <p:ph idx="1" type="subTitle"/>
          </p:nvPr>
        </p:nvSpPr>
        <p:spPr>
          <a:xfrm>
            <a:off x="364813" y="3621085"/>
            <a:ext cx="1527900" cy="323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/>
        </p:txBody>
      </p:sp>
      <p:sp>
        <p:nvSpPr>
          <p:cNvPr id="232" name="Google Shape;232;p22"/>
          <p:cNvSpPr txBox="1"/>
          <p:nvPr>
            <p:ph idx="2" type="subTitle"/>
          </p:nvPr>
        </p:nvSpPr>
        <p:spPr>
          <a:xfrm>
            <a:off x="3320475" y="3621085"/>
            <a:ext cx="1527900" cy="323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/>
        </p:txBody>
      </p:sp>
      <p:sp>
        <p:nvSpPr>
          <p:cNvPr id="233" name="Google Shape;233;p22"/>
          <p:cNvSpPr txBox="1"/>
          <p:nvPr>
            <p:ph idx="3" type="subTitle"/>
          </p:nvPr>
        </p:nvSpPr>
        <p:spPr>
          <a:xfrm>
            <a:off x="6273125" y="3621093"/>
            <a:ext cx="1548300" cy="323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/>
        </p:txBody>
      </p:sp>
      <p:sp>
        <p:nvSpPr>
          <p:cNvPr id="234" name="Google Shape;234;p22"/>
          <p:cNvSpPr/>
          <p:nvPr/>
        </p:nvSpPr>
        <p:spPr>
          <a:xfrm>
            <a:off x="252611" y="338431"/>
            <a:ext cx="10821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35" name="Google Shape;235;p22"/>
          <p:cNvSpPr txBox="1"/>
          <p:nvPr>
            <p:ph idx="4" type="title"/>
          </p:nvPr>
        </p:nvSpPr>
        <p:spPr>
          <a:xfrm>
            <a:off x="252600" y="697233"/>
            <a:ext cx="5295000" cy="1115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500">
                <a:highlight>
                  <a:schemeClr val="accent5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9pPr>
          </a:lstStyle>
          <a:p/>
        </p:txBody>
      </p:sp>
      <p:grpSp>
        <p:nvGrpSpPr>
          <p:cNvPr id="236" name="Google Shape;236;p22"/>
          <p:cNvGrpSpPr/>
          <p:nvPr/>
        </p:nvGrpSpPr>
        <p:grpSpPr>
          <a:xfrm>
            <a:off x="1093863" y="430718"/>
            <a:ext cx="149937" cy="158618"/>
            <a:chOff x="2601950" y="1974675"/>
            <a:chExt cx="2474200" cy="1963100"/>
          </a:xfrm>
        </p:grpSpPr>
        <p:sp>
          <p:nvSpPr>
            <p:cNvPr id="237" name="Google Shape;237;p22"/>
            <p:cNvSpPr/>
            <p:nvPr/>
          </p:nvSpPr>
          <p:spPr>
            <a:xfrm>
              <a:off x="2601950" y="1974675"/>
              <a:ext cx="621475" cy="621475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38" name="Google Shape;238;p22"/>
            <p:cNvSpPr/>
            <p:nvPr/>
          </p:nvSpPr>
          <p:spPr>
            <a:xfrm>
              <a:off x="4454675" y="1974675"/>
              <a:ext cx="621475" cy="621475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39" name="Google Shape;239;p22"/>
            <p:cNvSpPr/>
            <p:nvPr/>
          </p:nvSpPr>
          <p:spPr>
            <a:xfrm>
              <a:off x="2601950" y="2903950"/>
              <a:ext cx="621475" cy="621475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40" name="Google Shape;240;p22"/>
            <p:cNvSpPr/>
            <p:nvPr/>
          </p:nvSpPr>
          <p:spPr>
            <a:xfrm>
              <a:off x="2811025" y="3107225"/>
              <a:ext cx="615675" cy="615675"/>
            </a:xfrm>
            <a:custGeom>
              <a:rect b="b" l="l" r="r" t="t"/>
              <a:pathLst>
                <a:path extrusionOk="0" h="24627" w="24627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41" name="Google Shape;241;p22"/>
            <p:cNvSpPr/>
            <p:nvPr/>
          </p:nvSpPr>
          <p:spPr>
            <a:xfrm>
              <a:off x="3008500" y="3316325"/>
              <a:ext cx="1759825" cy="621450"/>
            </a:xfrm>
            <a:custGeom>
              <a:rect b="b" l="l" r="r" t="t"/>
              <a:pathLst>
                <a:path extrusionOk="0" h="24858" w="70393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42" name="Google Shape;242;p22"/>
            <p:cNvSpPr/>
            <p:nvPr/>
          </p:nvSpPr>
          <p:spPr>
            <a:xfrm>
              <a:off x="4251400" y="3107225"/>
              <a:ext cx="615650" cy="615675"/>
            </a:xfrm>
            <a:custGeom>
              <a:rect b="b" l="l" r="r" t="t"/>
              <a:pathLst>
                <a:path extrusionOk="0" h="24627" w="24626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43" name="Google Shape;243;p22"/>
            <p:cNvSpPr/>
            <p:nvPr/>
          </p:nvSpPr>
          <p:spPr>
            <a:xfrm>
              <a:off x="4454675" y="2903950"/>
              <a:ext cx="621475" cy="621475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244" name="Google Shape;244;p22"/>
          <p:cNvGrpSpPr/>
          <p:nvPr/>
        </p:nvGrpSpPr>
        <p:grpSpPr>
          <a:xfrm>
            <a:off x="343488" y="430718"/>
            <a:ext cx="149937" cy="158618"/>
            <a:chOff x="2601950" y="1974675"/>
            <a:chExt cx="2474200" cy="1963100"/>
          </a:xfrm>
        </p:grpSpPr>
        <p:sp>
          <p:nvSpPr>
            <p:cNvPr id="245" name="Google Shape;245;p22"/>
            <p:cNvSpPr/>
            <p:nvPr/>
          </p:nvSpPr>
          <p:spPr>
            <a:xfrm>
              <a:off x="2601950" y="1974675"/>
              <a:ext cx="621475" cy="621475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46" name="Google Shape;246;p22"/>
            <p:cNvSpPr/>
            <p:nvPr/>
          </p:nvSpPr>
          <p:spPr>
            <a:xfrm>
              <a:off x="4454675" y="1974675"/>
              <a:ext cx="621475" cy="621475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47" name="Google Shape;247;p22"/>
            <p:cNvSpPr/>
            <p:nvPr/>
          </p:nvSpPr>
          <p:spPr>
            <a:xfrm>
              <a:off x="2601950" y="2903950"/>
              <a:ext cx="621475" cy="621475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48" name="Google Shape;248;p22"/>
            <p:cNvSpPr/>
            <p:nvPr/>
          </p:nvSpPr>
          <p:spPr>
            <a:xfrm>
              <a:off x="2811025" y="3107225"/>
              <a:ext cx="615675" cy="615675"/>
            </a:xfrm>
            <a:custGeom>
              <a:rect b="b" l="l" r="r" t="t"/>
              <a:pathLst>
                <a:path extrusionOk="0" h="24627" w="24627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49" name="Google Shape;249;p22"/>
            <p:cNvSpPr/>
            <p:nvPr/>
          </p:nvSpPr>
          <p:spPr>
            <a:xfrm>
              <a:off x="3008500" y="3316325"/>
              <a:ext cx="1759825" cy="621450"/>
            </a:xfrm>
            <a:custGeom>
              <a:rect b="b" l="l" r="r" t="t"/>
              <a:pathLst>
                <a:path extrusionOk="0" h="24858" w="70393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50" name="Google Shape;250;p22"/>
            <p:cNvSpPr/>
            <p:nvPr/>
          </p:nvSpPr>
          <p:spPr>
            <a:xfrm>
              <a:off x="4251400" y="3107225"/>
              <a:ext cx="615650" cy="615675"/>
            </a:xfrm>
            <a:custGeom>
              <a:rect b="b" l="l" r="r" t="t"/>
              <a:pathLst>
                <a:path extrusionOk="0" h="24627" w="24626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51" name="Google Shape;251;p22"/>
            <p:cNvSpPr/>
            <p:nvPr/>
          </p:nvSpPr>
          <p:spPr>
            <a:xfrm>
              <a:off x="4454675" y="2903950"/>
              <a:ext cx="621475" cy="621475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252" name="Google Shape;252;p22"/>
          <p:cNvGrpSpPr/>
          <p:nvPr/>
        </p:nvGrpSpPr>
        <p:grpSpPr>
          <a:xfrm>
            <a:off x="725577" y="430708"/>
            <a:ext cx="149940" cy="158624"/>
            <a:chOff x="4062602" y="323039"/>
            <a:chExt cx="149940" cy="118971"/>
          </a:xfrm>
        </p:grpSpPr>
        <p:sp>
          <p:nvSpPr>
            <p:cNvPr id="253" name="Google Shape;253;p22"/>
            <p:cNvSpPr/>
            <p:nvPr/>
          </p:nvSpPr>
          <p:spPr>
            <a:xfrm>
              <a:off x="4062602" y="323039"/>
              <a:ext cx="37661" cy="37661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54" name="Google Shape;254;p22"/>
            <p:cNvSpPr/>
            <p:nvPr/>
          </p:nvSpPr>
          <p:spPr>
            <a:xfrm>
              <a:off x="4174877" y="323039"/>
              <a:ext cx="37661" cy="37661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55" name="Google Shape;255;p22"/>
            <p:cNvSpPr/>
            <p:nvPr/>
          </p:nvSpPr>
          <p:spPr>
            <a:xfrm>
              <a:off x="4062605" y="404350"/>
              <a:ext cx="149937" cy="37660"/>
            </a:xfrm>
            <a:custGeom>
              <a:rect b="b" l="l" r="r" t="t"/>
              <a:pathLst>
                <a:path extrusionOk="0" h="24858" w="70393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sp>
        <p:nvSpPr>
          <p:cNvPr id="256" name="Google Shape;256;p22"/>
          <p:cNvSpPr txBox="1"/>
          <p:nvPr>
            <p:ph idx="5" type="body"/>
          </p:nvPr>
        </p:nvSpPr>
        <p:spPr>
          <a:xfrm>
            <a:off x="364813" y="4168600"/>
            <a:ext cx="2471700" cy="2170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/>
        </p:txBody>
      </p:sp>
      <p:sp>
        <p:nvSpPr>
          <p:cNvPr id="257" name="Google Shape;257;p22"/>
          <p:cNvSpPr txBox="1"/>
          <p:nvPr>
            <p:ph idx="6" type="body"/>
          </p:nvPr>
        </p:nvSpPr>
        <p:spPr>
          <a:xfrm>
            <a:off x="3320475" y="4168600"/>
            <a:ext cx="2471700" cy="2170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/>
        </p:txBody>
      </p:sp>
      <p:sp>
        <p:nvSpPr>
          <p:cNvPr id="258" name="Google Shape;258;p22"/>
          <p:cNvSpPr txBox="1"/>
          <p:nvPr>
            <p:ph idx="7" type="body"/>
          </p:nvPr>
        </p:nvSpPr>
        <p:spPr>
          <a:xfrm>
            <a:off x="6273125" y="4168604"/>
            <a:ext cx="2443500" cy="2170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68">
          <p15:clr>
            <a:srgbClr val="E46962"/>
          </p15:clr>
        </p15:guide>
        <p15:guide id="2" orient="horz" pos="624">
          <p15:clr>
            <a:srgbClr val="E46962"/>
          </p15:clr>
        </p15:guide>
        <p15:guide id="3" orient="horz" pos="4108">
          <p15:clr>
            <a:srgbClr val="E46962"/>
          </p15:clr>
        </p15:guide>
        <p15:guide id="4" pos="5601">
          <p15:clr>
            <a:srgbClr val="E46962"/>
          </p15:clr>
        </p15:guide>
        <p15:guide id="5" pos="5292">
          <p15:clr>
            <a:srgbClr val="E46962"/>
          </p15:clr>
        </p15:guide>
        <p15:guide id="6" orient="horz" pos="212">
          <p15:clr>
            <a:srgbClr val="E46962"/>
          </p15:clr>
        </p15:guide>
        <p15:guide id="7" orient="horz" pos="3696">
          <p15:clr>
            <a:srgbClr val="E46962"/>
          </p15:clr>
        </p15:guide>
        <p15:guide id="8" pos="159">
          <p15:clr>
            <a:srgbClr val="E46962"/>
          </p15:clr>
        </p15:guide>
        <p15:guide id="9" pos="2268">
          <p15:clr>
            <a:srgbClr val="E46962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Alt 1">
  <p:cSld name="BLANK_1_1_1_1_1_1_1_1_1_1_1_1_1_1">
    <p:bg>
      <p:bgPr>
        <a:solidFill>
          <a:schemeClr val="dk1"/>
        </a:solid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3"/>
          <p:cNvSpPr txBox="1"/>
          <p:nvPr>
            <p:ph type="title"/>
          </p:nvPr>
        </p:nvSpPr>
        <p:spPr>
          <a:xfrm>
            <a:off x="221375" y="298533"/>
            <a:ext cx="6668100" cy="62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Space Grotesk"/>
              <a:buNone/>
              <a:defRPr sz="35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61" name="Google Shape;261;p23"/>
          <p:cNvSpPr txBox="1"/>
          <p:nvPr>
            <p:ph idx="1" type="body"/>
          </p:nvPr>
        </p:nvSpPr>
        <p:spPr>
          <a:xfrm>
            <a:off x="6197276" y="3160433"/>
            <a:ext cx="2416800" cy="3360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/>
        </p:txBody>
      </p:sp>
      <p:sp>
        <p:nvSpPr>
          <p:cNvPr id="262" name="Google Shape;262;p23"/>
          <p:cNvSpPr txBox="1"/>
          <p:nvPr>
            <p:ph idx="2" type="subTitle"/>
          </p:nvPr>
        </p:nvSpPr>
        <p:spPr>
          <a:xfrm>
            <a:off x="3311200" y="2125165"/>
            <a:ext cx="2057700" cy="3129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/>
        </p:txBody>
      </p:sp>
      <p:sp>
        <p:nvSpPr>
          <p:cNvPr id="263" name="Google Shape;263;p23"/>
          <p:cNvSpPr txBox="1"/>
          <p:nvPr>
            <p:ph idx="3" type="subTitle"/>
          </p:nvPr>
        </p:nvSpPr>
        <p:spPr>
          <a:xfrm>
            <a:off x="6294303" y="2125165"/>
            <a:ext cx="2034600" cy="3129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/>
        </p:txBody>
      </p:sp>
      <p:sp>
        <p:nvSpPr>
          <p:cNvPr id="264" name="Google Shape;264;p23"/>
          <p:cNvSpPr txBox="1"/>
          <p:nvPr>
            <p:ph idx="4" type="subTitle"/>
          </p:nvPr>
        </p:nvSpPr>
        <p:spPr>
          <a:xfrm>
            <a:off x="252600" y="1079000"/>
            <a:ext cx="2801700" cy="1228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/>
        </p:txBody>
      </p:sp>
      <p:sp>
        <p:nvSpPr>
          <p:cNvPr id="265" name="Google Shape;265;p23"/>
          <p:cNvSpPr txBox="1"/>
          <p:nvPr>
            <p:ph idx="5" type="body"/>
          </p:nvPr>
        </p:nvSpPr>
        <p:spPr>
          <a:xfrm>
            <a:off x="3224231" y="3160433"/>
            <a:ext cx="2416800" cy="3360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/>
        </p:txBody>
      </p:sp>
      <p:sp>
        <p:nvSpPr>
          <p:cNvPr id="266" name="Google Shape;266;p23"/>
          <p:cNvSpPr txBox="1"/>
          <p:nvPr>
            <p:ph idx="6" type="body"/>
          </p:nvPr>
        </p:nvSpPr>
        <p:spPr>
          <a:xfrm>
            <a:off x="252600" y="3160433"/>
            <a:ext cx="2187000" cy="861600"/>
          </a:xfrm>
          <a:prstGeom prst="rect">
            <a:avLst/>
          </a:prstGeom>
        </p:spPr>
        <p:txBody>
          <a:bodyPr anchorCtr="0" anchor="t" bIns="90000" lIns="0" spcFirstLastPara="1" rIns="0" wrap="square" tIns="0">
            <a:noAutofit/>
          </a:bodyPr>
          <a:lstStyle>
            <a:lvl1pPr indent="-32385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Char char="●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indent="-323850" lvl="1" marL="91440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○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indent="-323850" lvl="2" marL="137160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■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indent="-323850" lvl="3" marL="182880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●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indent="-323850" lvl="4" marL="228600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○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indent="-323850" lvl="5" marL="274320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■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indent="-323850" lvl="6" marL="320040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●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indent="-323850" lvl="7" marL="365760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○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indent="-323850" lvl="8" marL="4114800">
              <a:spcBef>
                <a:spcPts val="800"/>
              </a:spcBef>
              <a:spcAft>
                <a:spcPts val="800"/>
              </a:spcAft>
              <a:buSzPts val="1500"/>
              <a:buFont typeface="Space Grotesk Medium"/>
              <a:buChar char="■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/>
        </p:txBody>
      </p:sp>
      <p:sp>
        <p:nvSpPr>
          <p:cNvPr id="267" name="Google Shape;267;p23"/>
          <p:cNvSpPr txBox="1"/>
          <p:nvPr>
            <p:ph idx="7" type="body"/>
          </p:nvPr>
        </p:nvSpPr>
        <p:spPr>
          <a:xfrm>
            <a:off x="252600" y="4052209"/>
            <a:ext cx="2118600" cy="1168500"/>
          </a:xfrm>
          <a:prstGeom prst="rect">
            <a:avLst/>
          </a:prstGeom>
        </p:spPr>
        <p:txBody>
          <a:bodyPr anchorCtr="0" anchor="t" bIns="90000" lIns="0" spcFirstLastPara="1" rIns="0" wrap="square" tIns="0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624">
          <p15:clr>
            <a:srgbClr val="E46962"/>
          </p15:clr>
        </p15:guide>
        <p15:guide id="2" pos="468">
          <p15:clr>
            <a:srgbClr val="E46962"/>
          </p15:clr>
        </p15:guide>
        <p15:guide id="3" pos="5601">
          <p15:clr>
            <a:srgbClr val="E46962"/>
          </p15:clr>
        </p15:guide>
        <p15:guide id="4" orient="horz" pos="4108">
          <p15:clr>
            <a:srgbClr val="E46962"/>
          </p15:clr>
        </p15:guide>
        <p15:guide id="5" pos="159">
          <p15:clr>
            <a:srgbClr val="E46962"/>
          </p15:clr>
        </p15:guide>
        <p15:guide id="6" pos="5292">
          <p15:clr>
            <a:srgbClr val="E46962"/>
          </p15:clr>
        </p15:guide>
        <p15:guide id="7" orient="horz" pos="3696">
          <p15:clr>
            <a:srgbClr val="E46962"/>
          </p15:clr>
        </p15:guide>
        <p15:guide id="8" orient="horz" pos="212">
          <p15:clr>
            <a:srgbClr val="E46962"/>
          </p15:clr>
        </p15:guide>
        <p15:guide id="9" orient="horz" pos="797">
          <p15:clr>
            <a:srgbClr val="E46962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ngo">
  <p:cSld name="BLANK_1_1_1_1_1_1_1_1_1_1_1_1_1_1_2_1_2">
    <p:bg>
      <p:bgPr>
        <a:solidFill>
          <a:schemeClr val="dk1"/>
        </a:solidFill>
      </p:bgPr>
    </p:bg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24"/>
          <p:cNvSpPr txBox="1"/>
          <p:nvPr>
            <p:ph idx="1" type="subTitle"/>
          </p:nvPr>
        </p:nvSpPr>
        <p:spPr>
          <a:xfrm>
            <a:off x="252600" y="1079000"/>
            <a:ext cx="2801700" cy="1228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/>
        </p:txBody>
      </p:sp>
      <p:sp>
        <p:nvSpPr>
          <p:cNvPr id="270" name="Google Shape;270;p24"/>
          <p:cNvSpPr txBox="1"/>
          <p:nvPr>
            <p:ph idx="2" type="subTitle"/>
          </p:nvPr>
        </p:nvSpPr>
        <p:spPr>
          <a:xfrm>
            <a:off x="252600" y="3774719"/>
            <a:ext cx="2734200" cy="65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/>
        </p:txBody>
      </p:sp>
      <p:sp>
        <p:nvSpPr>
          <p:cNvPr id="271" name="Google Shape;271;p24"/>
          <p:cNvSpPr txBox="1"/>
          <p:nvPr>
            <p:ph type="title"/>
          </p:nvPr>
        </p:nvSpPr>
        <p:spPr>
          <a:xfrm>
            <a:off x="7520025" y="1266600"/>
            <a:ext cx="846900" cy="498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/>
        </p:txBody>
      </p:sp>
      <p:sp>
        <p:nvSpPr>
          <p:cNvPr id="272" name="Google Shape;272;p24"/>
          <p:cNvSpPr txBox="1"/>
          <p:nvPr>
            <p:ph idx="3" type="title"/>
          </p:nvPr>
        </p:nvSpPr>
        <p:spPr>
          <a:xfrm>
            <a:off x="4390704" y="3171533"/>
            <a:ext cx="846900" cy="498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/>
        </p:txBody>
      </p:sp>
      <p:sp>
        <p:nvSpPr>
          <p:cNvPr id="273" name="Google Shape;273;p24"/>
          <p:cNvSpPr txBox="1"/>
          <p:nvPr>
            <p:ph idx="4" type="title"/>
          </p:nvPr>
        </p:nvSpPr>
        <p:spPr>
          <a:xfrm>
            <a:off x="5919225" y="3019033"/>
            <a:ext cx="846900" cy="498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/>
        </p:txBody>
      </p:sp>
      <p:sp>
        <p:nvSpPr>
          <p:cNvPr id="274" name="Google Shape;274;p24"/>
          <p:cNvSpPr txBox="1"/>
          <p:nvPr>
            <p:ph idx="5" type="title"/>
          </p:nvPr>
        </p:nvSpPr>
        <p:spPr>
          <a:xfrm>
            <a:off x="7251700" y="3171533"/>
            <a:ext cx="846900" cy="498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/>
        </p:txBody>
      </p:sp>
      <p:sp>
        <p:nvSpPr>
          <p:cNvPr id="275" name="Google Shape;275;p24"/>
          <p:cNvSpPr txBox="1"/>
          <p:nvPr>
            <p:ph idx="6" type="title"/>
          </p:nvPr>
        </p:nvSpPr>
        <p:spPr>
          <a:xfrm>
            <a:off x="4390704" y="5208967"/>
            <a:ext cx="846900" cy="498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76" name="Google Shape;276;p24"/>
          <p:cNvSpPr txBox="1"/>
          <p:nvPr>
            <p:ph idx="7" type="title"/>
          </p:nvPr>
        </p:nvSpPr>
        <p:spPr>
          <a:xfrm>
            <a:off x="5919225" y="5024800"/>
            <a:ext cx="846900" cy="498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/>
        </p:txBody>
      </p:sp>
      <p:sp>
        <p:nvSpPr>
          <p:cNvPr id="277" name="Google Shape;277;p24"/>
          <p:cNvSpPr txBox="1"/>
          <p:nvPr>
            <p:ph idx="8" type="title"/>
          </p:nvPr>
        </p:nvSpPr>
        <p:spPr>
          <a:xfrm>
            <a:off x="7520025" y="4854900"/>
            <a:ext cx="846900" cy="498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5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/>
        </p:txBody>
      </p:sp>
      <p:sp>
        <p:nvSpPr>
          <p:cNvPr id="278" name="Google Shape;278;p24"/>
          <p:cNvSpPr txBox="1"/>
          <p:nvPr>
            <p:ph idx="9" type="title"/>
          </p:nvPr>
        </p:nvSpPr>
        <p:spPr>
          <a:xfrm>
            <a:off x="4390704" y="1197433"/>
            <a:ext cx="846900" cy="498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/>
        </p:txBody>
      </p:sp>
      <p:sp>
        <p:nvSpPr>
          <p:cNvPr id="279" name="Google Shape;279;p24"/>
          <p:cNvSpPr txBox="1"/>
          <p:nvPr>
            <p:ph idx="13" type="title"/>
          </p:nvPr>
        </p:nvSpPr>
        <p:spPr>
          <a:xfrm>
            <a:off x="5992500" y="1303267"/>
            <a:ext cx="846900" cy="498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80" name="Google Shape;280;p24"/>
          <p:cNvSpPr txBox="1"/>
          <p:nvPr>
            <p:ph idx="14" type="title"/>
          </p:nvPr>
        </p:nvSpPr>
        <p:spPr>
          <a:xfrm>
            <a:off x="257707" y="4597983"/>
            <a:ext cx="943500" cy="5556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81" name="Google Shape;281;p24"/>
          <p:cNvSpPr txBox="1"/>
          <p:nvPr>
            <p:ph idx="15" type="title"/>
          </p:nvPr>
        </p:nvSpPr>
        <p:spPr>
          <a:xfrm>
            <a:off x="257707" y="5281699"/>
            <a:ext cx="943500" cy="5556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82" name="Google Shape;282;p24"/>
          <p:cNvSpPr txBox="1"/>
          <p:nvPr>
            <p:ph idx="16" type="title"/>
          </p:nvPr>
        </p:nvSpPr>
        <p:spPr>
          <a:xfrm>
            <a:off x="1311836" y="5281716"/>
            <a:ext cx="943500" cy="5556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83" name="Google Shape;283;p24"/>
          <p:cNvSpPr txBox="1"/>
          <p:nvPr>
            <p:ph idx="17" type="title"/>
          </p:nvPr>
        </p:nvSpPr>
        <p:spPr>
          <a:xfrm>
            <a:off x="2365953" y="5281716"/>
            <a:ext cx="943500" cy="5556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84" name="Google Shape;284;p24"/>
          <p:cNvSpPr txBox="1"/>
          <p:nvPr>
            <p:ph idx="18" type="title"/>
          </p:nvPr>
        </p:nvSpPr>
        <p:spPr>
          <a:xfrm>
            <a:off x="257707" y="5965415"/>
            <a:ext cx="943500" cy="5556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85" name="Google Shape;285;p24"/>
          <p:cNvSpPr txBox="1"/>
          <p:nvPr>
            <p:ph idx="19" type="title"/>
          </p:nvPr>
        </p:nvSpPr>
        <p:spPr>
          <a:xfrm>
            <a:off x="1311836" y="5965432"/>
            <a:ext cx="943500" cy="5556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86" name="Google Shape;286;p24"/>
          <p:cNvSpPr txBox="1"/>
          <p:nvPr>
            <p:ph idx="20" type="title"/>
          </p:nvPr>
        </p:nvSpPr>
        <p:spPr>
          <a:xfrm>
            <a:off x="2365953" y="5965432"/>
            <a:ext cx="943500" cy="5556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87" name="Google Shape;287;p24"/>
          <p:cNvSpPr txBox="1"/>
          <p:nvPr>
            <p:ph idx="21" type="title"/>
          </p:nvPr>
        </p:nvSpPr>
        <p:spPr>
          <a:xfrm>
            <a:off x="1313187" y="4598000"/>
            <a:ext cx="943500" cy="5556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88" name="Google Shape;288;p24"/>
          <p:cNvSpPr txBox="1"/>
          <p:nvPr>
            <p:ph idx="22" type="title"/>
          </p:nvPr>
        </p:nvSpPr>
        <p:spPr>
          <a:xfrm>
            <a:off x="2365953" y="4598000"/>
            <a:ext cx="943500" cy="5556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89" name="Google Shape;289;p24"/>
          <p:cNvSpPr txBox="1"/>
          <p:nvPr>
            <p:ph idx="23" type="title"/>
          </p:nvPr>
        </p:nvSpPr>
        <p:spPr>
          <a:xfrm>
            <a:off x="216300" y="301592"/>
            <a:ext cx="4216200" cy="555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Space Grotesk"/>
              <a:buNone/>
              <a:defRPr sz="3500">
                <a:solidFill>
                  <a:schemeClr val="accent5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68">
          <p15:clr>
            <a:srgbClr val="E46962"/>
          </p15:clr>
        </p15:guide>
        <p15:guide id="2" orient="horz" pos="624">
          <p15:clr>
            <a:srgbClr val="E46962"/>
          </p15:clr>
        </p15:guide>
        <p15:guide id="3" orient="horz" pos="4108">
          <p15:clr>
            <a:srgbClr val="E46962"/>
          </p15:clr>
        </p15:guide>
        <p15:guide id="4" pos="5601">
          <p15:clr>
            <a:srgbClr val="E46962"/>
          </p15:clr>
        </p15:guide>
        <p15:guide id="5" pos="5292">
          <p15:clr>
            <a:srgbClr val="E46962"/>
          </p15:clr>
        </p15:guide>
        <p15:guide id="6" orient="horz" pos="212">
          <p15:clr>
            <a:srgbClr val="E46962"/>
          </p15:clr>
        </p15:guide>
        <p15:guide id="7" orient="horz" pos="3696">
          <p15:clr>
            <a:srgbClr val="E46962"/>
          </p15:clr>
        </p15:guide>
        <p15:guide id="8" pos="159">
          <p15:clr>
            <a:srgbClr val="E46962"/>
          </p15:clr>
        </p15:guide>
        <p15:guide id="9" pos="2268">
          <p15:clr>
            <a:srgbClr val="E46962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p">
  <p:cSld name="BLANK_1_1_1_1_1_1_1_1_1_1_1_1_1_1_1_1_2">
    <p:bg>
      <p:bgPr>
        <a:solidFill>
          <a:schemeClr val="dk1"/>
        </a:solid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25"/>
          <p:cNvSpPr txBox="1"/>
          <p:nvPr>
            <p:ph type="title"/>
          </p:nvPr>
        </p:nvSpPr>
        <p:spPr>
          <a:xfrm>
            <a:off x="236975" y="5899133"/>
            <a:ext cx="4213800" cy="722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500">
                <a:solidFill>
                  <a:schemeClr val="accent5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9pPr>
          </a:lstStyle>
          <a:p/>
        </p:txBody>
      </p:sp>
      <p:sp>
        <p:nvSpPr>
          <p:cNvPr id="292" name="Google Shape;292;p25"/>
          <p:cNvSpPr txBox="1"/>
          <p:nvPr>
            <p:ph idx="1" type="subTitle"/>
          </p:nvPr>
        </p:nvSpPr>
        <p:spPr>
          <a:xfrm>
            <a:off x="6248450" y="5899128"/>
            <a:ext cx="2847300" cy="6219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/>
        </p:txBody>
      </p:sp>
      <p:sp>
        <p:nvSpPr>
          <p:cNvPr id="293" name="Google Shape;293;p25"/>
          <p:cNvSpPr txBox="1"/>
          <p:nvPr>
            <p:ph idx="2" type="subTitle"/>
          </p:nvPr>
        </p:nvSpPr>
        <p:spPr>
          <a:xfrm>
            <a:off x="241825" y="3651133"/>
            <a:ext cx="1869600" cy="2138100"/>
          </a:xfrm>
          <a:prstGeom prst="rect">
            <a:avLst/>
          </a:prstGeom>
        </p:spPr>
        <p:txBody>
          <a:bodyPr anchorCtr="0" anchor="b" bIns="0" lIns="0" spcFirstLastPara="1" rIns="0" wrap="square" tIns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9pPr>
          </a:lstStyle>
          <a:p/>
        </p:txBody>
      </p:sp>
      <p:grpSp>
        <p:nvGrpSpPr>
          <p:cNvPr id="294" name="Google Shape;294;p25"/>
          <p:cNvGrpSpPr/>
          <p:nvPr/>
        </p:nvGrpSpPr>
        <p:grpSpPr>
          <a:xfrm>
            <a:off x="925470" y="465044"/>
            <a:ext cx="7293054" cy="5323936"/>
            <a:chOff x="238125" y="713000"/>
            <a:chExt cx="7143750" cy="4289000"/>
          </a:xfrm>
        </p:grpSpPr>
        <p:sp>
          <p:nvSpPr>
            <p:cNvPr id="295" name="Google Shape;295;p25"/>
            <p:cNvSpPr/>
            <p:nvPr/>
          </p:nvSpPr>
          <p:spPr>
            <a:xfrm>
              <a:off x="1952625" y="3233400"/>
              <a:ext cx="950200" cy="1768600"/>
            </a:xfrm>
            <a:custGeom>
              <a:rect b="b" l="l" r="r" t="t"/>
              <a:pathLst>
                <a:path extrusionOk="0" h="70744" w="38008">
                  <a:moveTo>
                    <a:pt x="0" y="0"/>
                  </a:moveTo>
                  <a:lnTo>
                    <a:pt x="0" y="3607"/>
                  </a:lnTo>
                  <a:lnTo>
                    <a:pt x="3718" y="3607"/>
                  </a:lnTo>
                  <a:lnTo>
                    <a:pt x="3718" y="11153"/>
                  </a:lnTo>
                  <a:lnTo>
                    <a:pt x="0" y="11153"/>
                  </a:lnTo>
                  <a:lnTo>
                    <a:pt x="0" y="18533"/>
                  </a:lnTo>
                  <a:lnTo>
                    <a:pt x="3773" y="18533"/>
                  </a:lnTo>
                  <a:lnTo>
                    <a:pt x="3773" y="25968"/>
                  </a:lnTo>
                  <a:lnTo>
                    <a:pt x="7602" y="25968"/>
                  </a:lnTo>
                  <a:lnTo>
                    <a:pt x="7602" y="29741"/>
                  </a:lnTo>
                  <a:lnTo>
                    <a:pt x="11375" y="29741"/>
                  </a:lnTo>
                  <a:lnTo>
                    <a:pt x="11375" y="33513"/>
                  </a:lnTo>
                  <a:lnTo>
                    <a:pt x="11375" y="37286"/>
                  </a:lnTo>
                  <a:lnTo>
                    <a:pt x="7602" y="37286"/>
                  </a:lnTo>
                  <a:lnTo>
                    <a:pt x="7602" y="70744"/>
                  </a:lnTo>
                  <a:lnTo>
                    <a:pt x="11375" y="70744"/>
                  </a:lnTo>
                  <a:lnTo>
                    <a:pt x="11375" y="63309"/>
                  </a:lnTo>
                  <a:lnTo>
                    <a:pt x="15203" y="63309"/>
                  </a:lnTo>
                  <a:lnTo>
                    <a:pt x="15203" y="52101"/>
                  </a:lnTo>
                  <a:lnTo>
                    <a:pt x="22805" y="52101"/>
                  </a:lnTo>
                  <a:lnTo>
                    <a:pt x="22805" y="44611"/>
                  </a:lnTo>
                  <a:lnTo>
                    <a:pt x="26578" y="44611"/>
                  </a:lnTo>
                  <a:lnTo>
                    <a:pt x="26578" y="33458"/>
                  </a:lnTo>
                  <a:lnTo>
                    <a:pt x="34235" y="33458"/>
                  </a:lnTo>
                  <a:lnTo>
                    <a:pt x="34235" y="22250"/>
                  </a:lnTo>
                  <a:lnTo>
                    <a:pt x="38008" y="22250"/>
                  </a:lnTo>
                  <a:lnTo>
                    <a:pt x="38008" y="14815"/>
                  </a:lnTo>
                  <a:lnTo>
                    <a:pt x="34235" y="14815"/>
                  </a:lnTo>
                  <a:lnTo>
                    <a:pt x="34235" y="11153"/>
                  </a:lnTo>
                  <a:lnTo>
                    <a:pt x="26578" y="11153"/>
                  </a:lnTo>
                  <a:lnTo>
                    <a:pt x="26578" y="7380"/>
                  </a:lnTo>
                  <a:lnTo>
                    <a:pt x="22749" y="7380"/>
                  </a:lnTo>
                  <a:lnTo>
                    <a:pt x="22749" y="3607"/>
                  </a:lnTo>
                  <a:lnTo>
                    <a:pt x="18976" y="3607"/>
                  </a:lnTo>
                  <a:lnTo>
                    <a:pt x="1897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6" name="Google Shape;296;p25"/>
            <p:cNvSpPr/>
            <p:nvPr/>
          </p:nvSpPr>
          <p:spPr>
            <a:xfrm>
              <a:off x="5955875" y="3792400"/>
              <a:ext cx="756025" cy="835100"/>
            </a:xfrm>
            <a:custGeom>
              <a:rect b="b" l="l" r="r" t="t"/>
              <a:pathLst>
                <a:path extrusionOk="0" h="33404" w="30241">
                  <a:moveTo>
                    <a:pt x="11320" y="1"/>
                  </a:moveTo>
                  <a:lnTo>
                    <a:pt x="11320" y="3718"/>
                  </a:lnTo>
                  <a:lnTo>
                    <a:pt x="3719" y="3718"/>
                  </a:lnTo>
                  <a:lnTo>
                    <a:pt x="3719" y="7436"/>
                  </a:lnTo>
                  <a:lnTo>
                    <a:pt x="1" y="7436"/>
                  </a:lnTo>
                  <a:lnTo>
                    <a:pt x="1" y="25968"/>
                  </a:lnTo>
                  <a:lnTo>
                    <a:pt x="3663" y="25968"/>
                  </a:lnTo>
                  <a:lnTo>
                    <a:pt x="3663" y="22361"/>
                  </a:lnTo>
                  <a:lnTo>
                    <a:pt x="15149" y="22361"/>
                  </a:lnTo>
                  <a:lnTo>
                    <a:pt x="15149" y="26024"/>
                  </a:lnTo>
                  <a:lnTo>
                    <a:pt x="18922" y="26024"/>
                  </a:lnTo>
                  <a:lnTo>
                    <a:pt x="18922" y="29741"/>
                  </a:lnTo>
                  <a:lnTo>
                    <a:pt x="22750" y="29741"/>
                  </a:lnTo>
                  <a:lnTo>
                    <a:pt x="22750" y="33403"/>
                  </a:lnTo>
                  <a:lnTo>
                    <a:pt x="26579" y="33403"/>
                  </a:lnTo>
                  <a:lnTo>
                    <a:pt x="26579" y="22251"/>
                  </a:lnTo>
                  <a:lnTo>
                    <a:pt x="30241" y="22251"/>
                  </a:lnTo>
                  <a:lnTo>
                    <a:pt x="30241" y="11098"/>
                  </a:lnTo>
                  <a:lnTo>
                    <a:pt x="26523" y="11098"/>
                  </a:lnTo>
                  <a:lnTo>
                    <a:pt x="26523" y="7381"/>
                  </a:lnTo>
                  <a:lnTo>
                    <a:pt x="22695" y="7381"/>
                  </a:lnTo>
                  <a:lnTo>
                    <a:pt x="22695" y="1"/>
                  </a:lnTo>
                  <a:lnTo>
                    <a:pt x="18866" y="1"/>
                  </a:lnTo>
                  <a:lnTo>
                    <a:pt x="18866" y="3663"/>
                  </a:lnTo>
                  <a:lnTo>
                    <a:pt x="15093" y="3663"/>
                  </a:lnTo>
                  <a:lnTo>
                    <a:pt x="150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7" name="Google Shape;297;p25"/>
            <p:cNvSpPr/>
            <p:nvPr/>
          </p:nvSpPr>
          <p:spPr>
            <a:xfrm>
              <a:off x="5858775" y="3324950"/>
              <a:ext cx="283025" cy="277450"/>
            </a:xfrm>
            <a:custGeom>
              <a:rect b="b" l="l" r="r" t="t"/>
              <a:pathLst>
                <a:path extrusionOk="0" h="11098" w="11321">
                  <a:moveTo>
                    <a:pt x="3774" y="0"/>
                  </a:moveTo>
                  <a:lnTo>
                    <a:pt x="3774" y="3773"/>
                  </a:lnTo>
                  <a:lnTo>
                    <a:pt x="1" y="3773"/>
                  </a:lnTo>
                  <a:lnTo>
                    <a:pt x="1" y="11098"/>
                  </a:lnTo>
                  <a:lnTo>
                    <a:pt x="3774" y="11098"/>
                  </a:lnTo>
                  <a:lnTo>
                    <a:pt x="3774" y="7380"/>
                  </a:lnTo>
                  <a:lnTo>
                    <a:pt x="11320" y="7380"/>
                  </a:lnTo>
                  <a:lnTo>
                    <a:pt x="11320" y="3663"/>
                  </a:lnTo>
                  <a:lnTo>
                    <a:pt x="7492" y="3663"/>
                  </a:lnTo>
                  <a:lnTo>
                    <a:pt x="749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8" name="Google Shape;298;p25"/>
            <p:cNvSpPr/>
            <p:nvPr/>
          </p:nvSpPr>
          <p:spPr>
            <a:xfrm>
              <a:off x="1762575" y="2953200"/>
              <a:ext cx="187300" cy="274675"/>
            </a:xfrm>
            <a:custGeom>
              <a:rect b="b" l="l" r="r" t="t"/>
              <a:pathLst>
                <a:path extrusionOk="0" h="10987" w="7492">
                  <a:moveTo>
                    <a:pt x="0" y="0"/>
                  </a:moveTo>
                  <a:lnTo>
                    <a:pt x="0" y="7380"/>
                  </a:lnTo>
                  <a:lnTo>
                    <a:pt x="3774" y="7380"/>
                  </a:lnTo>
                  <a:lnTo>
                    <a:pt x="3774" y="10987"/>
                  </a:lnTo>
                  <a:lnTo>
                    <a:pt x="7491" y="10987"/>
                  </a:lnTo>
                  <a:lnTo>
                    <a:pt x="7491" y="3662"/>
                  </a:lnTo>
                  <a:lnTo>
                    <a:pt x="3718" y="366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9" name="Google Shape;299;p25"/>
            <p:cNvSpPr/>
            <p:nvPr/>
          </p:nvSpPr>
          <p:spPr>
            <a:xfrm>
              <a:off x="6716050" y="1832400"/>
              <a:ext cx="187275" cy="277450"/>
            </a:xfrm>
            <a:custGeom>
              <a:rect b="b" l="l" r="r" t="t"/>
              <a:pathLst>
                <a:path extrusionOk="0" h="11098" w="7491">
                  <a:moveTo>
                    <a:pt x="3773" y="0"/>
                  </a:moveTo>
                  <a:lnTo>
                    <a:pt x="3773" y="3773"/>
                  </a:lnTo>
                  <a:lnTo>
                    <a:pt x="0" y="3773"/>
                  </a:lnTo>
                  <a:lnTo>
                    <a:pt x="0" y="11098"/>
                  </a:lnTo>
                  <a:lnTo>
                    <a:pt x="3718" y="11098"/>
                  </a:lnTo>
                  <a:lnTo>
                    <a:pt x="3718" y="7380"/>
                  </a:lnTo>
                  <a:lnTo>
                    <a:pt x="7491" y="7380"/>
                  </a:lnTo>
                  <a:lnTo>
                    <a:pt x="749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00" name="Google Shape;300;p25"/>
            <p:cNvSpPr/>
            <p:nvPr/>
          </p:nvSpPr>
          <p:spPr>
            <a:xfrm>
              <a:off x="4524375" y="3886725"/>
              <a:ext cx="91575" cy="274700"/>
            </a:xfrm>
            <a:custGeom>
              <a:rect b="b" l="l" r="r" t="t"/>
              <a:pathLst>
                <a:path extrusionOk="0" h="10988" w="3663">
                  <a:moveTo>
                    <a:pt x="0" y="1"/>
                  </a:moveTo>
                  <a:lnTo>
                    <a:pt x="0" y="10987"/>
                  </a:lnTo>
                  <a:lnTo>
                    <a:pt x="3662" y="10987"/>
                  </a:lnTo>
                  <a:lnTo>
                    <a:pt x="36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01" name="Google Shape;301;p25"/>
            <p:cNvSpPr/>
            <p:nvPr/>
          </p:nvSpPr>
          <p:spPr>
            <a:xfrm>
              <a:off x="5477325" y="807300"/>
              <a:ext cx="187300" cy="181750"/>
            </a:xfrm>
            <a:custGeom>
              <a:rect b="b" l="l" r="r" t="t"/>
              <a:pathLst>
                <a:path extrusionOk="0" h="7270" w="7492">
                  <a:moveTo>
                    <a:pt x="1" y="1"/>
                  </a:moveTo>
                  <a:lnTo>
                    <a:pt x="1" y="7270"/>
                  </a:lnTo>
                  <a:lnTo>
                    <a:pt x="7491" y="7270"/>
                  </a:lnTo>
                  <a:lnTo>
                    <a:pt x="7491" y="3608"/>
                  </a:lnTo>
                  <a:lnTo>
                    <a:pt x="3718" y="3608"/>
                  </a:lnTo>
                  <a:lnTo>
                    <a:pt x="371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02" name="Google Shape;302;p25"/>
            <p:cNvSpPr/>
            <p:nvPr/>
          </p:nvSpPr>
          <p:spPr>
            <a:xfrm>
              <a:off x="1951225" y="2765925"/>
              <a:ext cx="94350" cy="183150"/>
            </a:xfrm>
            <a:custGeom>
              <a:rect b="b" l="l" r="r" t="t"/>
              <a:pathLst>
                <a:path extrusionOk="0" h="7326" w="3774">
                  <a:moveTo>
                    <a:pt x="1" y="1"/>
                  </a:moveTo>
                  <a:lnTo>
                    <a:pt x="1" y="7325"/>
                  </a:lnTo>
                  <a:lnTo>
                    <a:pt x="3774" y="7325"/>
                  </a:lnTo>
                  <a:lnTo>
                    <a:pt x="377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03" name="Google Shape;303;p25"/>
            <p:cNvSpPr/>
            <p:nvPr/>
          </p:nvSpPr>
          <p:spPr>
            <a:xfrm>
              <a:off x="3859925" y="900250"/>
              <a:ext cx="91575" cy="183125"/>
            </a:xfrm>
            <a:custGeom>
              <a:rect b="b" l="l" r="r" t="t"/>
              <a:pathLst>
                <a:path extrusionOk="0" h="7325" w="3663">
                  <a:moveTo>
                    <a:pt x="0" y="0"/>
                  </a:moveTo>
                  <a:lnTo>
                    <a:pt x="0" y="7325"/>
                  </a:lnTo>
                  <a:lnTo>
                    <a:pt x="3552" y="7325"/>
                  </a:lnTo>
                  <a:lnTo>
                    <a:pt x="3607" y="6770"/>
                  </a:lnTo>
                  <a:lnTo>
                    <a:pt x="3663" y="5826"/>
                  </a:lnTo>
                  <a:lnTo>
                    <a:pt x="3663" y="3496"/>
                  </a:lnTo>
                  <a:lnTo>
                    <a:pt x="3607" y="1221"/>
                  </a:lnTo>
                  <a:lnTo>
                    <a:pt x="3552" y="389"/>
                  </a:lnTo>
                  <a:lnTo>
                    <a:pt x="349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04" name="Google Shape;304;p25"/>
            <p:cNvSpPr/>
            <p:nvPr/>
          </p:nvSpPr>
          <p:spPr>
            <a:xfrm>
              <a:off x="7097500" y="4444350"/>
              <a:ext cx="92950" cy="183150"/>
            </a:xfrm>
            <a:custGeom>
              <a:rect b="b" l="l" r="r" t="t"/>
              <a:pathLst>
                <a:path extrusionOk="0" h="7326" w="3718">
                  <a:moveTo>
                    <a:pt x="1" y="1"/>
                  </a:moveTo>
                  <a:lnTo>
                    <a:pt x="1" y="7325"/>
                  </a:lnTo>
                  <a:lnTo>
                    <a:pt x="3718" y="7325"/>
                  </a:lnTo>
                  <a:lnTo>
                    <a:pt x="3718" y="5494"/>
                  </a:lnTo>
                  <a:lnTo>
                    <a:pt x="3718" y="3663"/>
                  </a:lnTo>
                  <a:lnTo>
                    <a:pt x="3718" y="1832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05" name="Google Shape;305;p25"/>
            <p:cNvSpPr/>
            <p:nvPr/>
          </p:nvSpPr>
          <p:spPr>
            <a:xfrm>
              <a:off x="3477075" y="1832400"/>
              <a:ext cx="91575" cy="184525"/>
            </a:xfrm>
            <a:custGeom>
              <a:rect b="b" l="l" r="r" t="t"/>
              <a:pathLst>
                <a:path extrusionOk="0" h="7381" w="3663">
                  <a:moveTo>
                    <a:pt x="1" y="0"/>
                  </a:moveTo>
                  <a:lnTo>
                    <a:pt x="1" y="7380"/>
                  </a:lnTo>
                  <a:lnTo>
                    <a:pt x="3663" y="7380"/>
                  </a:lnTo>
                  <a:lnTo>
                    <a:pt x="36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06" name="Google Shape;306;p25"/>
            <p:cNvSpPr/>
            <p:nvPr/>
          </p:nvSpPr>
          <p:spPr>
            <a:xfrm>
              <a:off x="3191325" y="1553575"/>
              <a:ext cx="187300" cy="88825"/>
            </a:xfrm>
            <a:custGeom>
              <a:rect b="b" l="l" r="r" t="t"/>
              <a:pathLst>
                <a:path extrusionOk="0" h="3553" w="7492">
                  <a:moveTo>
                    <a:pt x="0" y="1"/>
                  </a:moveTo>
                  <a:lnTo>
                    <a:pt x="0" y="3552"/>
                  </a:lnTo>
                  <a:lnTo>
                    <a:pt x="7491" y="3552"/>
                  </a:lnTo>
                  <a:lnTo>
                    <a:pt x="749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07" name="Google Shape;307;p25"/>
            <p:cNvSpPr/>
            <p:nvPr/>
          </p:nvSpPr>
          <p:spPr>
            <a:xfrm>
              <a:off x="6430275" y="3605150"/>
              <a:ext cx="187300" cy="90200"/>
            </a:xfrm>
            <a:custGeom>
              <a:rect b="b" l="l" r="r" t="t"/>
              <a:pathLst>
                <a:path extrusionOk="0" h="3608" w="7492">
                  <a:moveTo>
                    <a:pt x="1" y="0"/>
                  </a:moveTo>
                  <a:lnTo>
                    <a:pt x="1" y="3607"/>
                  </a:lnTo>
                  <a:lnTo>
                    <a:pt x="7492" y="3607"/>
                  </a:lnTo>
                  <a:lnTo>
                    <a:pt x="749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08" name="Google Shape;308;p25"/>
            <p:cNvSpPr/>
            <p:nvPr/>
          </p:nvSpPr>
          <p:spPr>
            <a:xfrm>
              <a:off x="6240250" y="3513600"/>
              <a:ext cx="187300" cy="88800"/>
            </a:xfrm>
            <a:custGeom>
              <a:rect b="b" l="l" r="r" t="t"/>
              <a:pathLst>
                <a:path extrusionOk="0" h="3552" w="7492">
                  <a:moveTo>
                    <a:pt x="0" y="0"/>
                  </a:moveTo>
                  <a:lnTo>
                    <a:pt x="0" y="3552"/>
                  </a:lnTo>
                  <a:lnTo>
                    <a:pt x="7491" y="3552"/>
                  </a:lnTo>
                  <a:lnTo>
                    <a:pt x="749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09" name="Google Shape;309;p25"/>
            <p:cNvSpPr/>
            <p:nvPr/>
          </p:nvSpPr>
          <p:spPr>
            <a:xfrm>
              <a:off x="2142650" y="2953200"/>
              <a:ext cx="92975" cy="88800"/>
            </a:xfrm>
            <a:custGeom>
              <a:rect b="b" l="l" r="r" t="t"/>
              <a:pathLst>
                <a:path extrusionOk="0" h="3552" w="3719">
                  <a:moveTo>
                    <a:pt x="1" y="0"/>
                  </a:moveTo>
                  <a:lnTo>
                    <a:pt x="1" y="3552"/>
                  </a:lnTo>
                  <a:lnTo>
                    <a:pt x="3718" y="355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10" name="Google Shape;310;p25"/>
            <p:cNvSpPr/>
            <p:nvPr/>
          </p:nvSpPr>
          <p:spPr>
            <a:xfrm>
              <a:off x="4048575" y="898875"/>
              <a:ext cx="92975" cy="90175"/>
            </a:xfrm>
            <a:custGeom>
              <a:rect b="b" l="l" r="r" t="t"/>
              <a:pathLst>
                <a:path extrusionOk="0" h="3607" w="3719">
                  <a:moveTo>
                    <a:pt x="1" y="0"/>
                  </a:moveTo>
                  <a:lnTo>
                    <a:pt x="1" y="3607"/>
                  </a:lnTo>
                  <a:lnTo>
                    <a:pt x="3718" y="3607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11" name="Google Shape;311;p25"/>
            <p:cNvSpPr/>
            <p:nvPr/>
          </p:nvSpPr>
          <p:spPr>
            <a:xfrm>
              <a:off x="5191575" y="3233400"/>
              <a:ext cx="92975" cy="88800"/>
            </a:xfrm>
            <a:custGeom>
              <a:rect b="b" l="l" r="r" t="t"/>
              <a:pathLst>
                <a:path extrusionOk="0" h="3552" w="3719">
                  <a:moveTo>
                    <a:pt x="1" y="0"/>
                  </a:moveTo>
                  <a:lnTo>
                    <a:pt x="1" y="3552"/>
                  </a:lnTo>
                  <a:lnTo>
                    <a:pt x="3718" y="355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12" name="Google Shape;312;p25"/>
            <p:cNvSpPr/>
            <p:nvPr/>
          </p:nvSpPr>
          <p:spPr>
            <a:xfrm>
              <a:off x="7001800" y="4631625"/>
              <a:ext cx="91575" cy="90175"/>
            </a:xfrm>
            <a:custGeom>
              <a:rect b="b" l="l" r="r" t="t"/>
              <a:pathLst>
                <a:path extrusionOk="0" h="3607" w="3663">
                  <a:moveTo>
                    <a:pt x="0" y="0"/>
                  </a:moveTo>
                  <a:lnTo>
                    <a:pt x="0" y="3607"/>
                  </a:lnTo>
                  <a:lnTo>
                    <a:pt x="3662" y="3607"/>
                  </a:lnTo>
                  <a:lnTo>
                    <a:pt x="366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13" name="Google Shape;313;p25"/>
            <p:cNvSpPr/>
            <p:nvPr/>
          </p:nvSpPr>
          <p:spPr>
            <a:xfrm>
              <a:off x="5573025" y="3419275"/>
              <a:ext cx="91600" cy="88800"/>
            </a:xfrm>
            <a:custGeom>
              <a:rect b="b" l="l" r="r" t="t"/>
              <a:pathLst>
                <a:path extrusionOk="0" h="3552" w="3664">
                  <a:moveTo>
                    <a:pt x="1" y="0"/>
                  </a:moveTo>
                  <a:lnTo>
                    <a:pt x="1" y="3552"/>
                  </a:lnTo>
                  <a:lnTo>
                    <a:pt x="3663" y="3552"/>
                  </a:lnTo>
                  <a:lnTo>
                    <a:pt x="36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14" name="Google Shape;314;p25"/>
            <p:cNvSpPr/>
            <p:nvPr/>
          </p:nvSpPr>
          <p:spPr>
            <a:xfrm>
              <a:off x="6240250" y="2580050"/>
              <a:ext cx="92975" cy="88825"/>
            </a:xfrm>
            <a:custGeom>
              <a:rect b="b" l="l" r="r" t="t"/>
              <a:pathLst>
                <a:path extrusionOk="0" h="3553" w="3719">
                  <a:moveTo>
                    <a:pt x="0" y="1"/>
                  </a:moveTo>
                  <a:lnTo>
                    <a:pt x="0" y="3552"/>
                  </a:lnTo>
                  <a:lnTo>
                    <a:pt x="3718" y="3552"/>
                  </a:lnTo>
                  <a:lnTo>
                    <a:pt x="371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15" name="Google Shape;315;p25"/>
            <p:cNvSpPr/>
            <p:nvPr/>
          </p:nvSpPr>
          <p:spPr>
            <a:xfrm>
              <a:off x="3381375" y="2018275"/>
              <a:ext cx="91575" cy="90200"/>
            </a:xfrm>
            <a:custGeom>
              <a:rect b="b" l="l" r="r" t="t"/>
              <a:pathLst>
                <a:path extrusionOk="0" h="3608" w="3663">
                  <a:moveTo>
                    <a:pt x="0" y="1"/>
                  </a:moveTo>
                  <a:lnTo>
                    <a:pt x="0" y="3607"/>
                  </a:lnTo>
                  <a:lnTo>
                    <a:pt x="3662" y="3607"/>
                  </a:lnTo>
                  <a:lnTo>
                    <a:pt x="36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16" name="Google Shape;316;p25"/>
            <p:cNvSpPr/>
            <p:nvPr/>
          </p:nvSpPr>
          <p:spPr>
            <a:xfrm>
              <a:off x="1191075" y="993175"/>
              <a:ext cx="91575" cy="90200"/>
            </a:xfrm>
            <a:custGeom>
              <a:rect b="b" l="l" r="r" t="t"/>
              <a:pathLst>
                <a:path extrusionOk="0" h="3608" w="3663">
                  <a:moveTo>
                    <a:pt x="0" y="1"/>
                  </a:moveTo>
                  <a:lnTo>
                    <a:pt x="0" y="3608"/>
                  </a:lnTo>
                  <a:lnTo>
                    <a:pt x="3663" y="3608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17" name="Google Shape;317;p25"/>
            <p:cNvSpPr/>
            <p:nvPr/>
          </p:nvSpPr>
          <p:spPr>
            <a:xfrm>
              <a:off x="3572775" y="2019650"/>
              <a:ext cx="91600" cy="88825"/>
            </a:xfrm>
            <a:custGeom>
              <a:rect b="b" l="l" r="r" t="t"/>
              <a:pathLst>
                <a:path extrusionOk="0" h="3553" w="3664">
                  <a:moveTo>
                    <a:pt x="1" y="1"/>
                  </a:moveTo>
                  <a:lnTo>
                    <a:pt x="1" y="3552"/>
                  </a:lnTo>
                  <a:lnTo>
                    <a:pt x="3663" y="3552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18" name="Google Shape;318;p25"/>
            <p:cNvSpPr/>
            <p:nvPr/>
          </p:nvSpPr>
          <p:spPr>
            <a:xfrm>
              <a:off x="6908850" y="3976900"/>
              <a:ext cx="88800" cy="92950"/>
            </a:xfrm>
            <a:custGeom>
              <a:rect b="b" l="l" r="r" t="t"/>
              <a:pathLst>
                <a:path extrusionOk="0" h="3718" w="3552">
                  <a:moveTo>
                    <a:pt x="833" y="1"/>
                  </a:moveTo>
                  <a:lnTo>
                    <a:pt x="0" y="56"/>
                  </a:lnTo>
                  <a:lnTo>
                    <a:pt x="0" y="3718"/>
                  </a:lnTo>
                  <a:lnTo>
                    <a:pt x="3552" y="3718"/>
                  </a:lnTo>
                  <a:lnTo>
                    <a:pt x="3552" y="56"/>
                  </a:lnTo>
                  <a:lnTo>
                    <a:pt x="172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19" name="Google Shape;319;p25"/>
            <p:cNvSpPr/>
            <p:nvPr/>
          </p:nvSpPr>
          <p:spPr>
            <a:xfrm>
              <a:off x="4811500" y="1086125"/>
              <a:ext cx="91575" cy="90200"/>
            </a:xfrm>
            <a:custGeom>
              <a:rect b="b" l="l" r="r" t="t"/>
              <a:pathLst>
                <a:path extrusionOk="0" h="3608" w="3663">
                  <a:moveTo>
                    <a:pt x="0" y="1"/>
                  </a:moveTo>
                  <a:lnTo>
                    <a:pt x="0" y="3607"/>
                  </a:lnTo>
                  <a:lnTo>
                    <a:pt x="3663" y="3607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0" name="Google Shape;320;p25"/>
            <p:cNvSpPr/>
            <p:nvPr/>
          </p:nvSpPr>
          <p:spPr>
            <a:xfrm>
              <a:off x="5668750" y="3512200"/>
              <a:ext cx="90200" cy="90200"/>
            </a:xfrm>
            <a:custGeom>
              <a:rect b="b" l="l" r="r" t="t"/>
              <a:pathLst>
                <a:path extrusionOk="0" h="3608" w="3608">
                  <a:moveTo>
                    <a:pt x="0" y="1"/>
                  </a:moveTo>
                  <a:lnTo>
                    <a:pt x="0" y="3608"/>
                  </a:lnTo>
                  <a:lnTo>
                    <a:pt x="3607" y="3608"/>
                  </a:lnTo>
                  <a:lnTo>
                    <a:pt x="36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1" name="Google Shape;321;p25"/>
            <p:cNvSpPr/>
            <p:nvPr/>
          </p:nvSpPr>
          <p:spPr>
            <a:xfrm>
              <a:off x="5761700" y="3605150"/>
              <a:ext cx="92950" cy="88800"/>
            </a:xfrm>
            <a:custGeom>
              <a:rect b="b" l="l" r="r" t="t"/>
              <a:pathLst>
                <a:path extrusionOk="0" h="3552" w="3718">
                  <a:moveTo>
                    <a:pt x="56" y="0"/>
                  </a:moveTo>
                  <a:lnTo>
                    <a:pt x="0" y="1776"/>
                  </a:lnTo>
                  <a:lnTo>
                    <a:pt x="56" y="3552"/>
                  </a:lnTo>
                  <a:lnTo>
                    <a:pt x="3718" y="355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2" name="Google Shape;322;p25"/>
            <p:cNvSpPr/>
            <p:nvPr/>
          </p:nvSpPr>
          <p:spPr>
            <a:xfrm>
              <a:off x="4717175" y="805925"/>
              <a:ext cx="90200" cy="91575"/>
            </a:xfrm>
            <a:custGeom>
              <a:rect b="b" l="l" r="r" t="t"/>
              <a:pathLst>
                <a:path extrusionOk="0" h="3663" w="3608">
                  <a:moveTo>
                    <a:pt x="0" y="1"/>
                  </a:moveTo>
                  <a:lnTo>
                    <a:pt x="0" y="3663"/>
                  </a:lnTo>
                  <a:lnTo>
                    <a:pt x="3607" y="3663"/>
                  </a:lnTo>
                  <a:lnTo>
                    <a:pt x="36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3" name="Google Shape;323;p25"/>
            <p:cNvSpPr/>
            <p:nvPr/>
          </p:nvSpPr>
          <p:spPr>
            <a:xfrm>
              <a:off x="4715775" y="1180450"/>
              <a:ext cx="90200" cy="88800"/>
            </a:xfrm>
            <a:custGeom>
              <a:rect b="b" l="l" r="r" t="t"/>
              <a:pathLst>
                <a:path extrusionOk="0" h="3552" w="3608">
                  <a:moveTo>
                    <a:pt x="1" y="0"/>
                  </a:moveTo>
                  <a:lnTo>
                    <a:pt x="1" y="3552"/>
                  </a:lnTo>
                  <a:lnTo>
                    <a:pt x="3608" y="3552"/>
                  </a:lnTo>
                  <a:lnTo>
                    <a:pt x="360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4" name="Google Shape;324;p25"/>
            <p:cNvSpPr/>
            <p:nvPr/>
          </p:nvSpPr>
          <p:spPr>
            <a:xfrm>
              <a:off x="4618700" y="1273375"/>
              <a:ext cx="94350" cy="90200"/>
            </a:xfrm>
            <a:custGeom>
              <a:rect b="b" l="l" r="r" t="t"/>
              <a:pathLst>
                <a:path extrusionOk="0" h="3608" w="3774">
                  <a:moveTo>
                    <a:pt x="0" y="1"/>
                  </a:moveTo>
                  <a:lnTo>
                    <a:pt x="0" y="3608"/>
                  </a:lnTo>
                  <a:lnTo>
                    <a:pt x="3773" y="3608"/>
                  </a:lnTo>
                  <a:lnTo>
                    <a:pt x="37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5" name="Google Shape;325;p25"/>
            <p:cNvSpPr/>
            <p:nvPr/>
          </p:nvSpPr>
          <p:spPr>
            <a:xfrm>
              <a:off x="238125" y="713000"/>
              <a:ext cx="3140500" cy="2329000"/>
            </a:xfrm>
            <a:custGeom>
              <a:rect b="b" l="l" r="r" t="t"/>
              <a:pathLst>
                <a:path extrusionOk="0" h="93160" w="125620">
                  <a:moveTo>
                    <a:pt x="64696" y="18643"/>
                  </a:moveTo>
                  <a:lnTo>
                    <a:pt x="64696" y="22305"/>
                  </a:lnTo>
                  <a:lnTo>
                    <a:pt x="60923" y="22305"/>
                  </a:lnTo>
                  <a:lnTo>
                    <a:pt x="60923" y="18643"/>
                  </a:lnTo>
                  <a:close/>
                  <a:moveTo>
                    <a:pt x="64696" y="26133"/>
                  </a:moveTo>
                  <a:lnTo>
                    <a:pt x="64696" y="29796"/>
                  </a:lnTo>
                  <a:lnTo>
                    <a:pt x="60923" y="29796"/>
                  </a:lnTo>
                  <a:lnTo>
                    <a:pt x="60923" y="26133"/>
                  </a:lnTo>
                  <a:close/>
                  <a:moveTo>
                    <a:pt x="68525" y="0"/>
                  </a:moveTo>
                  <a:lnTo>
                    <a:pt x="68525" y="3718"/>
                  </a:lnTo>
                  <a:lnTo>
                    <a:pt x="57150" y="3718"/>
                  </a:lnTo>
                  <a:lnTo>
                    <a:pt x="57150" y="11097"/>
                  </a:lnTo>
                  <a:lnTo>
                    <a:pt x="64696" y="11097"/>
                  </a:lnTo>
                  <a:lnTo>
                    <a:pt x="64696" y="14926"/>
                  </a:lnTo>
                  <a:lnTo>
                    <a:pt x="53377" y="14926"/>
                  </a:lnTo>
                  <a:lnTo>
                    <a:pt x="53377" y="26078"/>
                  </a:lnTo>
                  <a:lnTo>
                    <a:pt x="57095" y="26078"/>
                  </a:lnTo>
                  <a:lnTo>
                    <a:pt x="57095" y="29796"/>
                  </a:lnTo>
                  <a:lnTo>
                    <a:pt x="53211" y="29796"/>
                  </a:lnTo>
                  <a:lnTo>
                    <a:pt x="53211" y="26078"/>
                  </a:lnTo>
                  <a:lnTo>
                    <a:pt x="49438" y="26078"/>
                  </a:lnTo>
                  <a:lnTo>
                    <a:pt x="49438" y="22416"/>
                  </a:lnTo>
                  <a:lnTo>
                    <a:pt x="41836" y="22416"/>
                  </a:lnTo>
                  <a:lnTo>
                    <a:pt x="41836" y="29740"/>
                  </a:lnTo>
                  <a:lnTo>
                    <a:pt x="38063" y="29740"/>
                  </a:lnTo>
                  <a:lnTo>
                    <a:pt x="38063" y="22250"/>
                  </a:lnTo>
                  <a:lnTo>
                    <a:pt x="41781" y="22250"/>
                  </a:lnTo>
                  <a:lnTo>
                    <a:pt x="41781" y="18698"/>
                  </a:lnTo>
                  <a:lnTo>
                    <a:pt x="34179" y="18698"/>
                  </a:lnTo>
                  <a:lnTo>
                    <a:pt x="34179" y="26133"/>
                  </a:lnTo>
                  <a:lnTo>
                    <a:pt x="26578" y="26133"/>
                  </a:lnTo>
                  <a:lnTo>
                    <a:pt x="26578" y="29796"/>
                  </a:lnTo>
                  <a:lnTo>
                    <a:pt x="22749" y="29796"/>
                  </a:lnTo>
                  <a:lnTo>
                    <a:pt x="22749" y="26133"/>
                  </a:lnTo>
                  <a:lnTo>
                    <a:pt x="3773" y="26133"/>
                  </a:lnTo>
                  <a:lnTo>
                    <a:pt x="3773" y="33569"/>
                  </a:lnTo>
                  <a:lnTo>
                    <a:pt x="0" y="33569"/>
                  </a:lnTo>
                  <a:lnTo>
                    <a:pt x="0" y="44776"/>
                  </a:lnTo>
                  <a:lnTo>
                    <a:pt x="7602" y="44776"/>
                  </a:lnTo>
                  <a:lnTo>
                    <a:pt x="7602" y="48383"/>
                  </a:lnTo>
                  <a:lnTo>
                    <a:pt x="11319" y="48383"/>
                  </a:lnTo>
                  <a:lnTo>
                    <a:pt x="11319" y="44721"/>
                  </a:lnTo>
                  <a:lnTo>
                    <a:pt x="15148" y="44721"/>
                  </a:lnTo>
                  <a:lnTo>
                    <a:pt x="15148" y="41004"/>
                  </a:lnTo>
                  <a:lnTo>
                    <a:pt x="19032" y="41004"/>
                  </a:lnTo>
                  <a:lnTo>
                    <a:pt x="19032" y="44721"/>
                  </a:lnTo>
                  <a:lnTo>
                    <a:pt x="26633" y="44721"/>
                  </a:lnTo>
                  <a:lnTo>
                    <a:pt x="26633" y="52212"/>
                  </a:lnTo>
                  <a:lnTo>
                    <a:pt x="30462" y="52212"/>
                  </a:lnTo>
                  <a:lnTo>
                    <a:pt x="30462" y="55929"/>
                  </a:lnTo>
                  <a:lnTo>
                    <a:pt x="34235" y="55929"/>
                  </a:lnTo>
                  <a:lnTo>
                    <a:pt x="34235" y="60978"/>
                  </a:lnTo>
                  <a:lnTo>
                    <a:pt x="34235" y="65861"/>
                  </a:lnTo>
                  <a:lnTo>
                    <a:pt x="34235" y="68358"/>
                  </a:lnTo>
                  <a:lnTo>
                    <a:pt x="34235" y="70855"/>
                  </a:lnTo>
                  <a:lnTo>
                    <a:pt x="38008" y="70855"/>
                  </a:lnTo>
                  <a:lnTo>
                    <a:pt x="38008" y="74627"/>
                  </a:lnTo>
                  <a:lnTo>
                    <a:pt x="38063" y="78290"/>
                  </a:lnTo>
                  <a:lnTo>
                    <a:pt x="41892" y="78290"/>
                  </a:lnTo>
                  <a:lnTo>
                    <a:pt x="41892" y="85780"/>
                  </a:lnTo>
                  <a:lnTo>
                    <a:pt x="49548" y="85780"/>
                  </a:lnTo>
                  <a:lnTo>
                    <a:pt x="49548" y="93160"/>
                  </a:lnTo>
                  <a:lnTo>
                    <a:pt x="57095" y="93160"/>
                  </a:lnTo>
                  <a:lnTo>
                    <a:pt x="57095" y="82007"/>
                  </a:lnTo>
                  <a:lnTo>
                    <a:pt x="58759" y="82007"/>
                  </a:lnTo>
                  <a:lnTo>
                    <a:pt x="68525" y="82118"/>
                  </a:lnTo>
                  <a:lnTo>
                    <a:pt x="68525" y="78290"/>
                  </a:lnTo>
                  <a:lnTo>
                    <a:pt x="72353" y="78290"/>
                  </a:lnTo>
                  <a:lnTo>
                    <a:pt x="72353" y="74517"/>
                  </a:lnTo>
                  <a:lnTo>
                    <a:pt x="76182" y="74517"/>
                  </a:lnTo>
                  <a:lnTo>
                    <a:pt x="76182" y="67082"/>
                  </a:lnTo>
                  <a:lnTo>
                    <a:pt x="79955" y="67082"/>
                  </a:lnTo>
                  <a:lnTo>
                    <a:pt x="79955" y="63364"/>
                  </a:lnTo>
                  <a:lnTo>
                    <a:pt x="83672" y="63364"/>
                  </a:lnTo>
                  <a:lnTo>
                    <a:pt x="83672" y="59647"/>
                  </a:lnTo>
                  <a:lnTo>
                    <a:pt x="79955" y="59647"/>
                  </a:lnTo>
                  <a:lnTo>
                    <a:pt x="79955" y="55929"/>
                  </a:lnTo>
                  <a:lnTo>
                    <a:pt x="87612" y="55929"/>
                  </a:lnTo>
                  <a:lnTo>
                    <a:pt x="87612" y="59591"/>
                  </a:lnTo>
                  <a:lnTo>
                    <a:pt x="91274" y="59591"/>
                  </a:lnTo>
                  <a:lnTo>
                    <a:pt x="91274" y="52212"/>
                  </a:lnTo>
                  <a:lnTo>
                    <a:pt x="87501" y="52212"/>
                  </a:lnTo>
                  <a:lnTo>
                    <a:pt x="87501" y="44776"/>
                  </a:lnTo>
                  <a:lnTo>
                    <a:pt x="79899" y="44776"/>
                  </a:lnTo>
                  <a:lnTo>
                    <a:pt x="79899" y="41059"/>
                  </a:lnTo>
                  <a:lnTo>
                    <a:pt x="72298" y="41059"/>
                  </a:lnTo>
                  <a:lnTo>
                    <a:pt x="72298" y="55929"/>
                  </a:lnTo>
                  <a:lnTo>
                    <a:pt x="68525" y="55929"/>
                  </a:lnTo>
                  <a:lnTo>
                    <a:pt x="68525" y="48494"/>
                  </a:lnTo>
                  <a:lnTo>
                    <a:pt x="60812" y="48494"/>
                  </a:lnTo>
                  <a:lnTo>
                    <a:pt x="60812" y="44721"/>
                  </a:lnTo>
                  <a:lnTo>
                    <a:pt x="57095" y="44721"/>
                  </a:lnTo>
                  <a:lnTo>
                    <a:pt x="57095" y="40948"/>
                  </a:lnTo>
                  <a:lnTo>
                    <a:pt x="60868" y="40948"/>
                  </a:lnTo>
                  <a:lnTo>
                    <a:pt x="60868" y="37231"/>
                  </a:lnTo>
                  <a:lnTo>
                    <a:pt x="68525" y="37231"/>
                  </a:lnTo>
                  <a:lnTo>
                    <a:pt x="68525" y="26133"/>
                  </a:lnTo>
                  <a:lnTo>
                    <a:pt x="72353" y="26133"/>
                  </a:lnTo>
                  <a:lnTo>
                    <a:pt x="72353" y="37231"/>
                  </a:lnTo>
                  <a:lnTo>
                    <a:pt x="79955" y="37231"/>
                  </a:lnTo>
                  <a:lnTo>
                    <a:pt x="79955" y="40893"/>
                  </a:lnTo>
                  <a:lnTo>
                    <a:pt x="83672" y="40893"/>
                  </a:lnTo>
                  <a:lnTo>
                    <a:pt x="83672" y="29796"/>
                  </a:lnTo>
                  <a:lnTo>
                    <a:pt x="79899" y="29796"/>
                  </a:lnTo>
                  <a:lnTo>
                    <a:pt x="79899" y="26078"/>
                  </a:lnTo>
                  <a:lnTo>
                    <a:pt x="76126" y="26078"/>
                  </a:lnTo>
                  <a:lnTo>
                    <a:pt x="76126" y="22361"/>
                  </a:lnTo>
                  <a:lnTo>
                    <a:pt x="72408" y="22361"/>
                  </a:lnTo>
                  <a:lnTo>
                    <a:pt x="72408" y="11097"/>
                  </a:lnTo>
                  <a:lnTo>
                    <a:pt x="76182" y="11097"/>
                  </a:lnTo>
                  <a:lnTo>
                    <a:pt x="76182" y="7490"/>
                  </a:lnTo>
                  <a:lnTo>
                    <a:pt x="83728" y="7490"/>
                  </a:lnTo>
                  <a:lnTo>
                    <a:pt x="83728" y="11153"/>
                  </a:lnTo>
                  <a:lnTo>
                    <a:pt x="79955" y="11153"/>
                  </a:lnTo>
                  <a:lnTo>
                    <a:pt x="79955" y="13039"/>
                  </a:lnTo>
                  <a:lnTo>
                    <a:pt x="80010" y="14870"/>
                  </a:lnTo>
                  <a:lnTo>
                    <a:pt x="87612" y="14870"/>
                  </a:lnTo>
                  <a:lnTo>
                    <a:pt x="87612" y="18588"/>
                  </a:lnTo>
                  <a:lnTo>
                    <a:pt x="91440" y="18588"/>
                  </a:lnTo>
                  <a:lnTo>
                    <a:pt x="91440" y="37231"/>
                  </a:lnTo>
                  <a:lnTo>
                    <a:pt x="95268" y="37231"/>
                  </a:lnTo>
                  <a:lnTo>
                    <a:pt x="95268" y="40948"/>
                  </a:lnTo>
                  <a:lnTo>
                    <a:pt x="102815" y="40948"/>
                  </a:lnTo>
                  <a:lnTo>
                    <a:pt x="102815" y="33513"/>
                  </a:lnTo>
                  <a:lnTo>
                    <a:pt x="106643" y="33513"/>
                  </a:lnTo>
                  <a:lnTo>
                    <a:pt x="106643" y="29740"/>
                  </a:lnTo>
                  <a:lnTo>
                    <a:pt x="114245" y="29740"/>
                  </a:lnTo>
                  <a:lnTo>
                    <a:pt x="114245" y="26023"/>
                  </a:lnTo>
                  <a:lnTo>
                    <a:pt x="118073" y="26023"/>
                  </a:lnTo>
                  <a:lnTo>
                    <a:pt x="118073" y="18532"/>
                  </a:lnTo>
                  <a:lnTo>
                    <a:pt x="121902" y="18532"/>
                  </a:lnTo>
                  <a:lnTo>
                    <a:pt x="121902" y="7380"/>
                  </a:lnTo>
                  <a:lnTo>
                    <a:pt x="125619" y="7380"/>
                  </a:lnTo>
                  <a:lnTo>
                    <a:pt x="125619" y="3718"/>
                  </a:lnTo>
                  <a:lnTo>
                    <a:pt x="118018" y="3718"/>
                  </a:lnTo>
                  <a:lnTo>
                    <a:pt x="118018" y="55"/>
                  </a:lnTo>
                  <a:lnTo>
                    <a:pt x="95213" y="55"/>
                  </a:lnTo>
                  <a:lnTo>
                    <a:pt x="95213" y="3662"/>
                  </a:lnTo>
                  <a:lnTo>
                    <a:pt x="83728" y="3662"/>
                  </a:lnTo>
                  <a:lnTo>
                    <a:pt x="8372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6" name="Google Shape;326;p25"/>
            <p:cNvSpPr/>
            <p:nvPr/>
          </p:nvSpPr>
          <p:spPr>
            <a:xfrm>
              <a:off x="1951225" y="27659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7" name="Google Shape;327;p25"/>
            <p:cNvSpPr/>
            <p:nvPr/>
          </p:nvSpPr>
          <p:spPr>
            <a:xfrm>
              <a:off x="3285650" y="993175"/>
              <a:ext cx="4096225" cy="3448450"/>
            </a:xfrm>
            <a:custGeom>
              <a:rect b="b" l="l" r="r" t="t"/>
              <a:pathLst>
                <a:path extrusionOk="0" h="137938" w="163849">
                  <a:moveTo>
                    <a:pt x="102815" y="7436"/>
                  </a:moveTo>
                  <a:lnTo>
                    <a:pt x="102815" y="11098"/>
                  </a:lnTo>
                  <a:lnTo>
                    <a:pt x="99042" y="11098"/>
                  </a:lnTo>
                  <a:lnTo>
                    <a:pt x="99042" y="7436"/>
                  </a:lnTo>
                  <a:close/>
                  <a:moveTo>
                    <a:pt x="45610" y="22306"/>
                  </a:moveTo>
                  <a:lnTo>
                    <a:pt x="45610" y="26024"/>
                  </a:lnTo>
                  <a:lnTo>
                    <a:pt x="41948" y="26024"/>
                  </a:lnTo>
                  <a:lnTo>
                    <a:pt x="41948" y="22306"/>
                  </a:lnTo>
                  <a:close/>
                  <a:moveTo>
                    <a:pt x="45665" y="52212"/>
                  </a:moveTo>
                  <a:lnTo>
                    <a:pt x="45665" y="55875"/>
                  </a:lnTo>
                  <a:lnTo>
                    <a:pt x="38119" y="55875"/>
                  </a:lnTo>
                  <a:lnTo>
                    <a:pt x="38119" y="52212"/>
                  </a:lnTo>
                  <a:close/>
                  <a:moveTo>
                    <a:pt x="56929" y="55930"/>
                  </a:moveTo>
                  <a:lnTo>
                    <a:pt x="56929" y="63365"/>
                  </a:lnTo>
                  <a:lnTo>
                    <a:pt x="53322" y="63365"/>
                  </a:lnTo>
                  <a:lnTo>
                    <a:pt x="53322" y="55930"/>
                  </a:lnTo>
                  <a:close/>
                  <a:moveTo>
                    <a:pt x="26634" y="52212"/>
                  </a:moveTo>
                  <a:lnTo>
                    <a:pt x="26634" y="55930"/>
                  </a:lnTo>
                  <a:lnTo>
                    <a:pt x="22916" y="55930"/>
                  </a:lnTo>
                  <a:lnTo>
                    <a:pt x="22916" y="63310"/>
                  </a:lnTo>
                  <a:lnTo>
                    <a:pt x="26634" y="63310"/>
                  </a:lnTo>
                  <a:lnTo>
                    <a:pt x="26634" y="59703"/>
                  </a:lnTo>
                  <a:lnTo>
                    <a:pt x="34291" y="59703"/>
                  </a:lnTo>
                  <a:lnTo>
                    <a:pt x="34291" y="63365"/>
                  </a:lnTo>
                  <a:lnTo>
                    <a:pt x="41837" y="63365"/>
                  </a:lnTo>
                  <a:lnTo>
                    <a:pt x="41837" y="67083"/>
                  </a:lnTo>
                  <a:lnTo>
                    <a:pt x="30518" y="67083"/>
                  </a:lnTo>
                  <a:lnTo>
                    <a:pt x="30518" y="70800"/>
                  </a:lnTo>
                  <a:lnTo>
                    <a:pt x="26634" y="70800"/>
                  </a:lnTo>
                  <a:lnTo>
                    <a:pt x="26634" y="67138"/>
                  </a:lnTo>
                  <a:lnTo>
                    <a:pt x="22861" y="67138"/>
                  </a:lnTo>
                  <a:lnTo>
                    <a:pt x="22861" y="63420"/>
                  </a:lnTo>
                  <a:lnTo>
                    <a:pt x="11431" y="63420"/>
                  </a:lnTo>
                  <a:lnTo>
                    <a:pt x="11431" y="59648"/>
                  </a:lnTo>
                  <a:lnTo>
                    <a:pt x="15204" y="59648"/>
                  </a:lnTo>
                  <a:lnTo>
                    <a:pt x="15204" y="55875"/>
                  </a:lnTo>
                  <a:lnTo>
                    <a:pt x="22805" y="55875"/>
                  </a:lnTo>
                  <a:lnTo>
                    <a:pt x="22805" y="52212"/>
                  </a:lnTo>
                  <a:close/>
                  <a:moveTo>
                    <a:pt x="56929" y="70856"/>
                  </a:moveTo>
                  <a:lnTo>
                    <a:pt x="56929" y="74573"/>
                  </a:lnTo>
                  <a:lnTo>
                    <a:pt x="57095" y="74573"/>
                  </a:lnTo>
                  <a:lnTo>
                    <a:pt x="55264" y="74628"/>
                  </a:lnTo>
                  <a:lnTo>
                    <a:pt x="53322" y="74628"/>
                  </a:lnTo>
                  <a:lnTo>
                    <a:pt x="53322" y="70856"/>
                  </a:lnTo>
                  <a:close/>
                  <a:moveTo>
                    <a:pt x="45665" y="74573"/>
                  </a:moveTo>
                  <a:lnTo>
                    <a:pt x="45665" y="82063"/>
                  </a:lnTo>
                  <a:lnTo>
                    <a:pt x="41948" y="82063"/>
                  </a:lnTo>
                  <a:lnTo>
                    <a:pt x="41948" y="74573"/>
                  </a:lnTo>
                  <a:close/>
                  <a:moveTo>
                    <a:pt x="95269" y="1"/>
                  </a:moveTo>
                  <a:lnTo>
                    <a:pt x="95269" y="3663"/>
                  </a:lnTo>
                  <a:lnTo>
                    <a:pt x="83839" y="3663"/>
                  </a:lnTo>
                  <a:lnTo>
                    <a:pt x="83839" y="7436"/>
                  </a:lnTo>
                  <a:lnTo>
                    <a:pt x="76182" y="7436"/>
                  </a:lnTo>
                  <a:lnTo>
                    <a:pt x="76182" y="11209"/>
                  </a:lnTo>
                  <a:lnTo>
                    <a:pt x="68581" y="11209"/>
                  </a:lnTo>
                  <a:lnTo>
                    <a:pt x="68581" y="18589"/>
                  </a:lnTo>
                  <a:lnTo>
                    <a:pt x="64697" y="18589"/>
                  </a:lnTo>
                  <a:lnTo>
                    <a:pt x="64697" y="14926"/>
                  </a:lnTo>
                  <a:lnTo>
                    <a:pt x="60924" y="14926"/>
                  </a:lnTo>
                  <a:lnTo>
                    <a:pt x="60924" y="18644"/>
                  </a:lnTo>
                  <a:lnTo>
                    <a:pt x="53322" y="18644"/>
                  </a:lnTo>
                  <a:lnTo>
                    <a:pt x="53322" y="22362"/>
                  </a:lnTo>
                  <a:lnTo>
                    <a:pt x="49549" y="22362"/>
                  </a:lnTo>
                  <a:lnTo>
                    <a:pt x="45665" y="22306"/>
                  </a:lnTo>
                  <a:lnTo>
                    <a:pt x="45665" y="18589"/>
                  </a:lnTo>
                  <a:lnTo>
                    <a:pt x="41837" y="18589"/>
                  </a:lnTo>
                  <a:lnTo>
                    <a:pt x="41837" y="14926"/>
                  </a:lnTo>
                  <a:lnTo>
                    <a:pt x="26689" y="14926"/>
                  </a:lnTo>
                  <a:lnTo>
                    <a:pt x="26689" y="18589"/>
                  </a:lnTo>
                  <a:lnTo>
                    <a:pt x="22861" y="18589"/>
                  </a:lnTo>
                  <a:lnTo>
                    <a:pt x="22861" y="26134"/>
                  </a:lnTo>
                  <a:lnTo>
                    <a:pt x="19143" y="26134"/>
                  </a:lnTo>
                  <a:lnTo>
                    <a:pt x="19143" y="33569"/>
                  </a:lnTo>
                  <a:lnTo>
                    <a:pt x="22916" y="33569"/>
                  </a:lnTo>
                  <a:lnTo>
                    <a:pt x="22916" y="37176"/>
                  </a:lnTo>
                  <a:lnTo>
                    <a:pt x="26634" y="37176"/>
                  </a:lnTo>
                  <a:lnTo>
                    <a:pt x="26634" y="26024"/>
                  </a:lnTo>
                  <a:lnTo>
                    <a:pt x="30462" y="26024"/>
                  </a:lnTo>
                  <a:lnTo>
                    <a:pt x="30462" y="22362"/>
                  </a:lnTo>
                  <a:lnTo>
                    <a:pt x="34235" y="22362"/>
                  </a:lnTo>
                  <a:lnTo>
                    <a:pt x="34235" y="26134"/>
                  </a:lnTo>
                  <a:lnTo>
                    <a:pt x="30518" y="26134"/>
                  </a:lnTo>
                  <a:lnTo>
                    <a:pt x="30518" y="33514"/>
                  </a:lnTo>
                  <a:lnTo>
                    <a:pt x="34235" y="33514"/>
                  </a:lnTo>
                  <a:lnTo>
                    <a:pt x="34235" y="37342"/>
                  </a:lnTo>
                  <a:lnTo>
                    <a:pt x="30462" y="37342"/>
                  </a:lnTo>
                  <a:lnTo>
                    <a:pt x="30462" y="40949"/>
                  </a:lnTo>
                  <a:lnTo>
                    <a:pt x="22805" y="40949"/>
                  </a:lnTo>
                  <a:lnTo>
                    <a:pt x="22805" y="37342"/>
                  </a:lnTo>
                  <a:lnTo>
                    <a:pt x="19032" y="37342"/>
                  </a:lnTo>
                  <a:lnTo>
                    <a:pt x="19032" y="44777"/>
                  </a:lnTo>
                  <a:lnTo>
                    <a:pt x="15259" y="44777"/>
                  </a:lnTo>
                  <a:lnTo>
                    <a:pt x="15259" y="48495"/>
                  </a:lnTo>
                  <a:lnTo>
                    <a:pt x="11375" y="48495"/>
                  </a:lnTo>
                  <a:lnTo>
                    <a:pt x="11375" y="55985"/>
                  </a:lnTo>
                  <a:lnTo>
                    <a:pt x="7602" y="55985"/>
                  </a:lnTo>
                  <a:lnTo>
                    <a:pt x="7602" y="67138"/>
                  </a:lnTo>
                  <a:lnTo>
                    <a:pt x="3774" y="67138"/>
                  </a:lnTo>
                  <a:lnTo>
                    <a:pt x="3774" y="74573"/>
                  </a:lnTo>
                  <a:lnTo>
                    <a:pt x="1887" y="74573"/>
                  </a:lnTo>
                  <a:lnTo>
                    <a:pt x="1" y="74628"/>
                  </a:lnTo>
                  <a:lnTo>
                    <a:pt x="1" y="89443"/>
                  </a:lnTo>
                  <a:lnTo>
                    <a:pt x="3829" y="89443"/>
                  </a:lnTo>
                  <a:lnTo>
                    <a:pt x="3829" y="93216"/>
                  </a:lnTo>
                  <a:lnTo>
                    <a:pt x="19143" y="93216"/>
                  </a:lnTo>
                  <a:lnTo>
                    <a:pt x="19143" y="104424"/>
                  </a:lnTo>
                  <a:lnTo>
                    <a:pt x="22916" y="104424"/>
                  </a:lnTo>
                  <a:lnTo>
                    <a:pt x="22916" y="126840"/>
                  </a:lnTo>
                  <a:lnTo>
                    <a:pt x="26689" y="126840"/>
                  </a:lnTo>
                  <a:lnTo>
                    <a:pt x="26689" y="137937"/>
                  </a:lnTo>
                  <a:lnTo>
                    <a:pt x="30462" y="137937"/>
                  </a:lnTo>
                  <a:lnTo>
                    <a:pt x="30462" y="134275"/>
                  </a:lnTo>
                  <a:lnTo>
                    <a:pt x="38064" y="134275"/>
                  </a:lnTo>
                  <a:lnTo>
                    <a:pt x="38064" y="126729"/>
                  </a:lnTo>
                  <a:lnTo>
                    <a:pt x="41948" y="126729"/>
                  </a:lnTo>
                  <a:lnTo>
                    <a:pt x="41948" y="119294"/>
                  </a:lnTo>
                  <a:lnTo>
                    <a:pt x="45721" y="119294"/>
                  </a:lnTo>
                  <a:lnTo>
                    <a:pt x="45721" y="100651"/>
                  </a:lnTo>
                  <a:lnTo>
                    <a:pt x="49494" y="100651"/>
                  </a:lnTo>
                  <a:lnTo>
                    <a:pt x="49494" y="96934"/>
                  </a:lnTo>
                  <a:lnTo>
                    <a:pt x="53211" y="96934"/>
                  </a:lnTo>
                  <a:lnTo>
                    <a:pt x="53211" y="89499"/>
                  </a:lnTo>
                  <a:lnTo>
                    <a:pt x="49549" y="89499"/>
                  </a:lnTo>
                  <a:lnTo>
                    <a:pt x="49549" y="85726"/>
                  </a:lnTo>
                  <a:lnTo>
                    <a:pt x="57095" y="85726"/>
                  </a:lnTo>
                  <a:lnTo>
                    <a:pt x="57095" y="82008"/>
                  </a:lnTo>
                  <a:lnTo>
                    <a:pt x="60924" y="82008"/>
                  </a:lnTo>
                  <a:lnTo>
                    <a:pt x="60924" y="74628"/>
                  </a:lnTo>
                  <a:lnTo>
                    <a:pt x="68636" y="74628"/>
                  </a:lnTo>
                  <a:lnTo>
                    <a:pt x="68636" y="78291"/>
                  </a:lnTo>
                  <a:lnTo>
                    <a:pt x="72409" y="78291"/>
                  </a:lnTo>
                  <a:lnTo>
                    <a:pt x="72409" y="89388"/>
                  </a:lnTo>
                  <a:lnTo>
                    <a:pt x="76182" y="89388"/>
                  </a:lnTo>
                  <a:lnTo>
                    <a:pt x="76182" y="85726"/>
                  </a:lnTo>
                  <a:lnTo>
                    <a:pt x="80011" y="85726"/>
                  </a:lnTo>
                  <a:lnTo>
                    <a:pt x="80011" y="78346"/>
                  </a:lnTo>
                  <a:lnTo>
                    <a:pt x="87668" y="78346"/>
                  </a:lnTo>
                  <a:lnTo>
                    <a:pt x="87668" y="82008"/>
                  </a:lnTo>
                  <a:lnTo>
                    <a:pt x="91441" y="82008"/>
                  </a:lnTo>
                  <a:lnTo>
                    <a:pt x="91441" y="93161"/>
                  </a:lnTo>
                  <a:lnTo>
                    <a:pt x="95269" y="93161"/>
                  </a:lnTo>
                  <a:lnTo>
                    <a:pt x="95269" y="89443"/>
                  </a:lnTo>
                  <a:lnTo>
                    <a:pt x="102760" y="89443"/>
                  </a:lnTo>
                  <a:lnTo>
                    <a:pt x="102760" y="82063"/>
                  </a:lnTo>
                  <a:lnTo>
                    <a:pt x="99042" y="82063"/>
                  </a:lnTo>
                  <a:lnTo>
                    <a:pt x="99042" y="78291"/>
                  </a:lnTo>
                  <a:lnTo>
                    <a:pt x="106644" y="78291"/>
                  </a:lnTo>
                  <a:lnTo>
                    <a:pt x="106644" y="74518"/>
                  </a:lnTo>
                  <a:lnTo>
                    <a:pt x="110472" y="74518"/>
                  </a:lnTo>
                  <a:lnTo>
                    <a:pt x="110472" y="59703"/>
                  </a:lnTo>
                  <a:lnTo>
                    <a:pt x="114356" y="59703"/>
                  </a:lnTo>
                  <a:lnTo>
                    <a:pt x="114356" y="63310"/>
                  </a:lnTo>
                  <a:lnTo>
                    <a:pt x="118129" y="63310"/>
                  </a:lnTo>
                  <a:lnTo>
                    <a:pt x="118129" y="55875"/>
                  </a:lnTo>
                  <a:lnTo>
                    <a:pt x="121958" y="55875"/>
                  </a:lnTo>
                  <a:lnTo>
                    <a:pt x="121958" y="52212"/>
                  </a:lnTo>
                  <a:lnTo>
                    <a:pt x="125731" y="52212"/>
                  </a:lnTo>
                  <a:lnTo>
                    <a:pt x="125731" y="55819"/>
                  </a:lnTo>
                  <a:lnTo>
                    <a:pt x="129504" y="55819"/>
                  </a:lnTo>
                  <a:lnTo>
                    <a:pt x="129504" y="41005"/>
                  </a:lnTo>
                  <a:lnTo>
                    <a:pt x="121958" y="41005"/>
                  </a:lnTo>
                  <a:lnTo>
                    <a:pt x="121958" y="37232"/>
                  </a:lnTo>
                  <a:lnTo>
                    <a:pt x="125731" y="37232"/>
                  </a:lnTo>
                  <a:lnTo>
                    <a:pt x="125731" y="33514"/>
                  </a:lnTo>
                  <a:lnTo>
                    <a:pt x="137161" y="33514"/>
                  </a:lnTo>
                  <a:lnTo>
                    <a:pt x="137161" y="29797"/>
                  </a:lnTo>
                  <a:lnTo>
                    <a:pt x="144818" y="29797"/>
                  </a:lnTo>
                  <a:lnTo>
                    <a:pt x="144818" y="33514"/>
                  </a:lnTo>
                  <a:lnTo>
                    <a:pt x="152364" y="33514"/>
                  </a:lnTo>
                  <a:lnTo>
                    <a:pt x="152364" y="29741"/>
                  </a:lnTo>
                  <a:lnTo>
                    <a:pt x="160021" y="29741"/>
                  </a:lnTo>
                  <a:lnTo>
                    <a:pt x="160021" y="26079"/>
                  </a:lnTo>
                  <a:lnTo>
                    <a:pt x="160021" y="25968"/>
                  </a:lnTo>
                  <a:lnTo>
                    <a:pt x="163849" y="25968"/>
                  </a:lnTo>
                  <a:lnTo>
                    <a:pt x="163849" y="18589"/>
                  </a:lnTo>
                  <a:lnTo>
                    <a:pt x="156192" y="18589"/>
                  </a:lnTo>
                  <a:lnTo>
                    <a:pt x="156192" y="14926"/>
                  </a:lnTo>
                  <a:lnTo>
                    <a:pt x="152419" y="14926"/>
                  </a:lnTo>
                  <a:lnTo>
                    <a:pt x="152419" y="18589"/>
                  </a:lnTo>
                  <a:lnTo>
                    <a:pt x="148535" y="18589"/>
                  </a:lnTo>
                  <a:lnTo>
                    <a:pt x="148535" y="14871"/>
                  </a:lnTo>
                  <a:lnTo>
                    <a:pt x="133277" y="14871"/>
                  </a:lnTo>
                  <a:lnTo>
                    <a:pt x="133277" y="11154"/>
                  </a:lnTo>
                  <a:lnTo>
                    <a:pt x="129559" y="11154"/>
                  </a:lnTo>
                  <a:lnTo>
                    <a:pt x="129559" y="7325"/>
                  </a:lnTo>
                  <a:lnTo>
                    <a:pt x="133277" y="7325"/>
                  </a:lnTo>
                  <a:lnTo>
                    <a:pt x="133277" y="3719"/>
                  </a:lnTo>
                  <a:lnTo>
                    <a:pt x="121958" y="3719"/>
                  </a:lnTo>
                  <a:lnTo>
                    <a:pt x="121958" y="7381"/>
                  </a:lnTo>
                  <a:lnTo>
                    <a:pt x="125675" y="7381"/>
                  </a:lnTo>
                  <a:lnTo>
                    <a:pt x="125675" y="11098"/>
                  </a:lnTo>
                  <a:lnTo>
                    <a:pt x="118074" y="11098"/>
                  </a:lnTo>
                  <a:lnTo>
                    <a:pt x="118074" y="7491"/>
                  </a:lnTo>
                  <a:lnTo>
                    <a:pt x="114301" y="7491"/>
                  </a:lnTo>
                  <a:lnTo>
                    <a:pt x="114301" y="11098"/>
                  </a:lnTo>
                  <a:lnTo>
                    <a:pt x="110417" y="11098"/>
                  </a:lnTo>
                  <a:lnTo>
                    <a:pt x="110417" y="7436"/>
                  </a:lnTo>
                  <a:lnTo>
                    <a:pt x="106644" y="7436"/>
                  </a:lnTo>
                  <a:lnTo>
                    <a:pt x="106644" y="3663"/>
                  </a:lnTo>
                  <a:lnTo>
                    <a:pt x="98987" y="3663"/>
                  </a:lnTo>
                  <a:lnTo>
                    <a:pt x="9898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8" name="Google Shape;328;p25"/>
            <p:cNvSpPr/>
            <p:nvPr/>
          </p:nvSpPr>
          <p:spPr>
            <a:xfrm>
              <a:off x="1286775" y="1086125"/>
              <a:ext cx="185925" cy="92950"/>
            </a:xfrm>
            <a:custGeom>
              <a:rect b="b" l="l" r="r" t="t"/>
              <a:pathLst>
                <a:path extrusionOk="0" h="3718" w="7437">
                  <a:moveTo>
                    <a:pt x="1" y="1"/>
                  </a:moveTo>
                  <a:lnTo>
                    <a:pt x="1" y="611"/>
                  </a:lnTo>
                  <a:lnTo>
                    <a:pt x="1" y="3607"/>
                  </a:lnTo>
                  <a:lnTo>
                    <a:pt x="1" y="3718"/>
                  </a:lnTo>
                  <a:lnTo>
                    <a:pt x="7436" y="3718"/>
                  </a:lnTo>
                  <a:lnTo>
                    <a:pt x="7436" y="3496"/>
                  </a:lnTo>
                  <a:lnTo>
                    <a:pt x="7436" y="611"/>
                  </a:lnTo>
                  <a:lnTo>
                    <a:pt x="74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>
        <p15:guide id="1" pos="468">
          <p15:clr>
            <a:srgbClr val="E46962"/>
          </p15:clr>
        </p15:guide>
        <p15:guide id="2" pos="5601">
          <p15:clr>
            <a:srgbClr val="E46962"/>
          </p15:clr>
        </p15:guide>
        <p15:guide id="3" orient="horz" pos="624">
          <p15:clr>
            <a:srgbClr val="E46962"/>
          </p15:clr>
        </p15:guide>
        <p15:guide id="4" orient="horz" pos="4108">
          <p15:clr>
            <a:srgbClr val="E46962"/>
          </p15:clr>
        </p15:guide>
        <p15:guide id="5" pos="5292">
          <p15:clr>
            <a:srgbClr val="E46962"/>
          </p15:clr>
        </p15:guide>
        <p15:guide id="6" pos="159">
          <p15:clr>
            <a:srgbClr val="E46962"/>
          </p15:clr>
        </p15:guide>
        <p15:guide id="7" orient="horz" pos="212">
          <p15:clr>
            <a:srgbClr val="E46962"/>
          </p15:clr>
        </p15:guide>
        <p15:guide id="8" orient="horz" pos="3696">
          <p15:clr>
            <a:srgbClr val="E46962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uess The Team Member">
  <p:cSld name="BLANK_1_1_1_1_1_1_1_1_1_1_1_1_1_2">
    <p:bg>
      <p:bgPr>
        <a:solidFill>
          <a:schemeClr val="dk1"/>
        </a:solidFill>
      </p:bgPr>
    </p:bg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0" name="Google Shape;330;p26"/>
          <p:cNvGrpSpPr/>
          <p:nvPr/>
        </p:nvGrpSpPr>
        <p:grpSpPr>
          <a:xfrm>
            <a:off x="103050" y="137397"/>
            <a:ext cx="6817325" cy="5020641"/>
            <a:chOff x="103050" y="103050"/>
            <a:chExt cx="6817325" cy="3765575"/>
          </a:xfrm>
        </p:grpSpPr>
        <p:sp>
          <p:nvSpPr>
            <p:cNvPr id="331" name="Google Shape;331;p26"/>
            <p:cNvSpPr/>
            <p:nvPr/>
          </p:nvSpPr>
          <p:spPr>
            <a:xfrm>
              <a:off x="103050" y="103050"/>
              <a:ext cx="5135700" cy="2659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32" name="Google Shape;332;p26"/>
            <p:cNvSpPr/>
            <p:nvPr/>
          </p:nvSpPr>
          <p:spPr>
            <a:xfrm>
              <a:off x="1090775" y="1490525"/>
              <a:ext cx="5829600" cy="23781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33" name="Google Shape;333;p26"/>
          <p:cNvSpPr txBox="1"/>
          <p:nvPr>
            <p:ph idx="1" type="subTitle"/>
          </p:nvPr>
        </p:nvSpPr>
        <p:spPr>
          <a:xfrm>
            <a:off x="252600" y="1599733"/>
            <a:ext cx="2881500" cy="1068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/>
        </p:txBody>
      </p:sp>
      <p:sp>
        <p:nvSpPr>
          <p:cNvPr id="334" name="Google Shape;334;p26"/>
          <p:cNvSpPr txBox="1"/>
          <p:nvPr>
            <p:ph type="title"/>
          </p:nvPr>
        </p:nvSpPr>
        <p:spPr>
          <a:xfrm>
            <a:off x="229190" y="196908"/>
            <a:ext cx="4216200" cy="1153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68">
          <p15:clr>
            <a:srgbClr val="E46962"/>
          </p15:clr>
        </p15:guide>
        <p15:guide id="2" orient="horz" pos="624">
          <p15:clr>
            <a:srgbClr val="E46962"/>
          </p15:clr>
        </p15:guide>
        <p15:guide id="3" orient="horz" pos="4108">
          <p15:clr>
            <a:srgbClr val="E46962"/>
          </p15:clr>
        </p15:guide>
        <p15:guide id="4" pos="5601">
          <p15:clr>
            <a:srgbClr val="E46962"/>
          </p15:clr>
        </p15:guide>
        <p15:guide id="5" pos="5292">
          <p15:clr>
            <a:srgbClr val="E46962"/>
          </p15:clr>
        </p15:guide>
        <p15:guide id="6" pos="159">
          <p15:clr>
            <a:srgbClr val="E46962"/>
          </p15:clr>
        </p15:guide>
        <p15:guide id="7" orient="horz" pos="212">
          <p15:clr>
            <a:srgbClr val="E46962"/>
          </p15:clr>
        </p15:guide>
        <p15:guide id="8" orient="horz" pos="3696">
          <p15:clr>
            <a:srgbClr val="E46962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rt Attack">
  <p:cSld name="TITLE_1_1_5">
    <p:bg>
      <p:bgPr>
        <a:solidFill>
          <a:schemeClr val="accent4"/>
        </a:solid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6" name="Google Shape;336;p27"/>
          <p:cNvGrpSpPr/>
          <p:nvPr/>
        </p:nvGrpSpPr>
        <p:grpSpPr>
          <a:xfrm>
            <a:off x="0" y="0"/>
            <a:ext cx="9143999" cy="6857828"/>
            <a:chOff x="0" y="0"/>
            <a:chExt cx="9143999" cy="5143500"/>
          </a:xfrm>
        </p:grpSpPr>
        <p:sp>
          <p:nvSpPr>
            <p:cNvPr id="337" name="Google Shape;337;p27"/>
            <p:cNvSpPr/>
            <p:nvPr/>
          </p:nvSpPr>
          <p:spPr>
            <a:xfrm>
              <a:off x="0" y="0"/>
              <a:ext cx="103049" cy="5143489"/>
            </a:xfrm>
            <a:custGeom>
              <a:rect b="b" l="l" r="r" t="t"/>
              <a:pathLst>
                <a:path extrusionOk="0" h="143904" w="354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38" name="Google Shape;338;p27"/>
            <p:cNvSpPr/>
            <p:nvPr/>
          </p:nvSpPr>
          <p:spPr>
            <a:xfrm>
              <a:off x="9040950" y="0"/>
              <a:ext cx="103049" cy="5143489"/>
            </a:xfrm>
            <a:custGeom>
              <a:rect b="b" l="l" r="r" t="t"/>
              <a:pathLst>
                <a:path extrusionOk="0" h="143904" w="354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39" name="Google Shape;339;p27"/>
            <p:cNvSpPr/>
            <p:nvPr/>
          </p:nvSpPr>
          <p:spPr>
            <a:xfrm rot="5400000">
              <a:off x="4519005" y="-4518866"/>
              <a:ext cx="103049" cy="9140782"/>
            </a:xfrm>
            <a:custGeom>
              <a:rect b="b" l="l" r="r" t="t"/>
              <a:pathLst>
                <a:path extrusionOk="0" h="143904" w="354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40" name="Google Shape;340;p27"/>
            <p:cNvSpPr/>
            <p:nvPr/>
          </p:nvSpPr>
          <p:spPr>
            <a:xfrm rot="5400000">
              <a:off x="4520468" y="521584"/>
              <a:ext cx="103049" cy="9140782"/>
            </a:xfrm>
            <a:custGeom>
              <a:rect b="b" l="l" r="r" t="t"/>
              <a:pathLst>
                <a:path extrusionOk="0" h="143904" w="354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41" name="Google Shape;341;p27"/>
          <p:cNvSpPr/>
          <p:nvPr>
            <p:ph idx="2" type="pic"/>
          </p:nvPr>
        </p:nvSpPr>
        <p:spPr>
          <a:xfrm>
            <a:off x="3553675" y="4679267"/>
            <a:ext cx="1941000" cy="17508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2" name="Google Shape;342;p27"/>
          <p:cNvSpPr txBox="1"/>
          <p:nvPr>
            <p:ph type="title"/>
          </p:nvPr>
        </p:nvSpPr>
        <p:spPr>
          <a:xfrm>
            <a:off x="236975" y="298504"/>
            <a:ext cx="4216200" cy="66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9pPr>
          </a:lstStyle>
          <a:p/>
        </p:txBody>
      </p:sp>
      <p:sp>
        <p:nvSpPr>
          <p:cNvPr id="343" name="Google Shape;343;p27"/>
          <p:cNvSpPr/>
          <p:nvPr>
            <p:ph idx="3" type="pic"/>
          </p:nvPr>
        </p:nvSpPr>
        <p:spPr>
          <a:xfrm>
            <a:off x="6699200" y="1205567"/>
            <a:ext cx="1909200" cy="15891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4" name="Google Shape;344;p27"/>
          <p:cNvSpPr/>
          <p:nvPr>
            <p:ph idx="4" type="pic"/>
          </p:nvPr>
        </p:nvSpPr>
        <p:spPr>
          <a:xfrm>
            <a:off x="5673725" y="3023367"/>
            <a:ext cx="2935200" cy="32451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5" name="Google Shape;345;p27"/>
          <p:cNvSpPr/>
          <p:nvPr>
            <p:ph idx="5" type="pic"/>
          </p:nvPr>
        </p:nvSpPr>
        <p:spPr>
          <a:xfrm>
            <a:off x="252425" y="2687867"/>
            <a:ext cx="3080100" cy="38337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6" name="Google Shape;346;p27"/>
          <p:cNvSpPr/>
          <p:nvPr/>
        </p:nvSpPr>
        <p:spPr>
          <a:xfrm>
            <a:off x="5673400" y="3023367"/>
            <a:ext cx="2935200" cy="32451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347" name="Google Shape;347;p27"/>
          <p:cNvSpPr/>
          <p:nvPr>
            <p:ph idx="6" type="pic"/>
          </p:nvPr>
        </p:nvSpPr>
        <p:spPr>
          <a:xfrm>
            <a:off x="4838963" y="2396733"/>
            <a:ext cx="1740900" cy="15891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8" name="Google Shape;348;p27"/>
          <p:cNvSpPr/>
          <p:nvPr>
            <p:ph idx="7" type="pic"/>
          </p:nvPr>
        </p:nvSpPr>
        <p:spPr>
          <a:xfrm>
            <a:off x="2991500" y="1205565"/>
            <a:ext cx="1721700" cy="33009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9" name="Google Shape;349;p27"/>
          <p:cNvSpPr/>
          <p:nvPr>
            <p:ph idx="8" type="pic"/>
          </p:nvPr>
        </p:nvSpPr>
        <p:spPr>
          <a:xfrm>
            <a:off x="4848425" y="774133"/>
            <a:ext cx="1721700" cy="13977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0" name="Google Shape;350;p27"/>
          <p:cNvSpPr txBox="1"/>
          <p:nvPr>
            <p:ph idx="1" type="subTitle"/>
          </p:nvPr>
        </p:nvSpPr>
        <p:spPr>
          <a:xfrm>
            <a:off x="252600" y="991600"/>
            <a:ext cx="2675700" cy="1373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68">
          <p15:clr>
            <a:srgbClr val="E46962"/>
          </p15:clr>
        </p15:guide>
        <p15:guide id="2" orient="horz" pos="624">
          <p15:clr>
            <a:srgbClr val="E46962"/>
          </p15:clr>
        </p15:guide>
        <p15:guide id="3" pos="5601">
          <p15:clr>
            <a:srgbClr val="E46962"/>
          </p15:clr>
        </p15:guide>
        <p15:guide id="4" orient="horz" pos="4108">
          <p15:clr>
            <a:srgbClr val="E46962"/>
          </p15:clr>
        </p15:guide>
        <p15:guide id="5" orient="horz" pos="3696">
          <p15:clr>
            <a:srgbClr val="E46962"/>
          </p15:clr>
        </p15:guide>
        <p15:guide id="6" pos="5292">
          <p15:clr>
            <a:srgbClr val="E46962"/>
          </p15:clr>
        </p15:guide>
        <p15:guide id="7" pos="159">
          <p15:clr>
            <a:srgbClr val="E46962"/>
          </p15:clr>
        </p15:guide>
        <p15:guide id="8" orient="horz" pos="212">
          <p15:clr>
            <a:srgbClr val="E46962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inks">
  <p:cSld name="BLANK_1_1_1_1_1_1_1_1_1_1_1_3"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28"/>
          <p:cNvSpPr txBox="1"/>
          <p:nvPr>
            <p:ph type="title"/>
          </p:nvPr>
        </p:nvSpPr>
        <p:spPr>
          <a:xfrm>
            <a:off x="242375" y="707771"/>
            <a:ext cx="3576600" cy="505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353" name="Google Shape;353;p28"/>
          <p:cNvSpPr txBox="1"/>
          <p:nvPr>
            <p:ph idx="2" type="title"/>
          </p:nvPr>
        </p:nvSpPr>
        <p:spPr>
          <a:xfrm>
            <a:off x="236891" y="271839"/>
            <a:ext cx="6480300" cy="283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5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grpSp>
        <p:nvGrpSpPr>
          <p:cNvPr id="354" name="Google Shape;354;p28"/>
          <p:cNvGrpSpPr/>
          <p:nvPr/>
        </p:nvGrpSpPr>
        <p:grpSpPr>
          <a:xfrm>
            <a:off x="-7338" y="2205982"/>
            <a:ext cx="9150854" cy="4655550"/>
            <a:chOff x="7059712" y="1295828"/>
            <a:chExt cx="2075400" cy="3601137"/>
          </a:xfrm>
        </p:grpSpPr>
        <p:sp>
          <p:nvSpPr>
            <p:cNvPr id="355" name="Google Shape;355;p28"/>
            <p:cNvSpPr/>
            <p:nvPr/>
          </p:nvSpPr>
          <p:spPr>
            <a:xfrm rot="-5400000">
              <a:off x="8683846" y="1589228"/>
              <a:ext cx="744600" cy="157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56" name="Google Shape;356;p28"/>
            <p:cNvSpPr/>
            <p:nvPr/>
          </p:nvSpPr>
          <p:spPr>
            <a:xfrm rot="-5400000">
              <a:off x="7635137" y="2417525"/>
              <a:ext cx="511500" cy="16602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57" name="Google Shape;357;p28"/>
            <p:cNvSpPr/>
            <p:nvPr/>
          </p:nvSpPr>
          <p:spPr>
            <a:xfrm>
              <a:off x="7061153" y="2040415"/>
              <a:ext cx="1919400" cy="1052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58" name="Google Shape;358;p28"/>
            <p:cNvSpPr/>
            <p:nvPr/>
          </p:nvSpPr>
          <p:spPr>
            <a:xfrm rot="-5400000">
              <a:off x="7624952" y="3629915"/>
              <a:ext cx="703500" cy="1830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59" name="Google Shape;359;p28"/>
            <p:cNvSpPr/>
            <p:nvPr/>
          </p:nvSpPr>
          <p:spPr>
            <a:xfrm rot="-5400000">
              <a:off x="7696912" y="2785540"/>
              <a:ext cx="801000" cy="2075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60" name="Google Shape;360;p28"/>
          <p:cNvSpPr txBox="1"/>
          <p:nvPr>
            <p:ph idx="1" type="subTitle"/>
          </p:nvPr>
        </p:nvSpPr>
        <p:spPr>
          <a:xfrm>
            <a:off x="246850" y="3493400"/>
            <a:ext cx="6911700" cy="3027900"/>
          </a:xfrm>
          <a:prstGeom prst="rect">
            <a:avLst/>
          </a:prstGeom>
        </p:spPr>
        <p:txBody>
          <a:bodyPr anchorCtr="0" anchor="b" bIns="0" lIns="0" spcFirstLastPara="1" rIns="0" wrap="square" tIns="0">
            <a:normAutofit/>
          </a:bodyPr>
          <a:lstStyle>
            <a:lvl1pPr lv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624">
          <p15:clr>
            <a:srgbClr val="E46962"/>
          </p15:clr>
        </p15:guide>
        <p15:guide id="2" orient="horz" pos="4108">
          <p15:clr>
            <a:srgbClr val="E46962"/>
          </p15:clr>
        </p15:guide>
        <p15:guide id="3" pos="454">
          <p15:clr>
            <a:srgbClr val="E46962"/>
          </p15:clr>
        </p15:guide>
        <p15:guide id="4" pos="5601">
          <p15:clr>
            <a:srgbClr val="E46962"/>
          </p15:clr>
        </p15:guide>
        <p15:guide id="5" pos="5292">
          <p15:clr>
            <a:srgbClr val="E46962"/>
          </p15:clr>
        </p15:guide>
        <p15:guide id="6" pos="159">
          <p15:clr>
            <a:srgbClr val="E46962"/>
          </p15:clr>
        </p15:guide>
        <p15:guide id="7" orient="horz" pos="212">
          <p15:clr>
            <a:srgbClr val="E46962"/>
          </p15:clr>
        </p15:guide>
        <p15:guide id="8" orient="horz" pos="3696">
          <p15:clr>
            <a:srgbClr val="E46962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act List">
  <p:cSld name="BLANK_1_1_1_1_1_1_1_1_1_1_1_2"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2" name="Google Shape;362;p29"/>
          <p:cNvPicPr preferRelativeResize="0"/>
          <p:nvPr/>
        </p:nvPicPr>
        <p:blipFill rotWithShape="1">
          <a:blip r:embed="rId2">
            <a:alphaModFix/>
          </a:blip>
          <a:srcRect b="48373" l="72419" r="0" t="25661"/>
          <a:stretch/>
        </p:blipFill>
        <p:spPr>
          <a:xfrm>
            <a:off x="8451297" y="376700"/>
            <a:ext cx="305451" cy="383436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29"/>
          <p:cNvSpPr txBox="1"/>
          <p:nvPr>
            <p:ph idx="1" type="subTitle"/>
          </p:nvPr>
        </p:nvSpPr>
        <p:spPr>
          <a:xfrm>
            <a:off x="246850" y="3324365"/>
            <a:ext cx="2781000" cy="471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2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9pPr>
          </a:lstStyle>
          <a:p/>
        </p:txBody>
      </p:sp>
      <p:sp>
        <p:nvSpPr>
          <p:cNvPr id="364" name="Google Shape;364;p29"/>
          <p:cNvSpPr txBox="1"/>
          <p:nvPr>
            <p:ph idx="2" type="subTitle"/>
          </p:nvPr>
        </p:nvSpPr>
        <p:spPr>
          <a:xfrm>
            <a:off x="246850" y="3917967"/>
            <a:ext cx="2793000" cy="24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/>
        </p:txBody>
      </p:sp>
      <p:sp>
        <p:nvSpPr>
          <p:cNvPr id="365" name="Google Shape;365;p29"/>
          <p:cNvSpPr txBox="1"/>
          <p:nvPr>
            <p:ph idx="3" type="subTitle"/>
          </p:nvPr>
        </p:nvSpPr>
        <p:spPr>
          <a:xfrm>
            <a:off x="246850" y="4135320"/>
            <a:ext cx="2695800" cy="24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/>
        </p:txBody>
      </p:sp>
      <p:sp>
        <p:nvSpPr>
          <p:cNvPr id="366" name="Google Shape;366;p29"/>
          <p:cNvSpPr txBox="1"/>
          <p:nvPr>
            <p:ph idx="4" type="subTitle"/>
          </p:nvPr>
        </p:nvSpPr>
        <p:spPr>
          <a:xfrm>
            <a:off x="3135975" y="3324365"/>
            <a:ext cx="2781000" cy="471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9pPr>
          </a:lstStyle>
          <a:p/>
        </p:txBody>
      </p:sp>
      <p:sp>
        <p:nvSpPr>
          <p:cNvPr id="367" name="Google Shape;367;p29"/>
          <p:cNvSpPr txBox="1"/>
          <p:nvPr>
            <p:ph idx="5" type="subTitle"/>
          </p:nvPr>
        </p:nvSpPr>
        <p:spPr>
          <a:xfrm>
            <a:off x="3135975" y="5463495"/>
            <a:ext cx="2781000" cy="471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5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9pPr>
          </a:lstStyle>
          <a:p/>
        </p:txBody>
      </p:sp>
      <p:sp>
        <p:nvSpPr>
          <p:cNvPr id="368" name="Google Shape;368;p29"/>
          <p:cNvSpPr txBox="1"/>
          <p:nvPr>
            <p:ph type="title"/>
          </p:nvPr>
        </p:nvSpPr>
        <p:spPr>
          <a:xfrm>
            <a:off x="237641" y="271839"/>
            <a:ext cx="6480300" cy="283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5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69" name="Google Shape;369;p29"/>
          <p:cNvSpPr txBox="1"/>
          <p:nvPr>
            <p:ph idx="6" type="subTitle"/>
          </p:nvPr>
        </p:nvSpPr>
        <p:spPr>
          <a:xfrm>
            <a:off x="246850" y="4685221"/>
            <a:ext cx="2793000" cy="24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/>
        </p:txBody>
      </p:sp>
      <p:sp>
        <p:nvSpPr>
          <p:cNvPr id="370" name="Google Shape;370;p29"/>
          <p:cNvSpPr txBox="1"/>
          <p:nvPr>
            <p:ph idx="7" type="subTitle"/>
          </p:nvPr>
        </p:nvSpPr>
        <p:spPr>
          <a:xfrm>
            <a:off x="246850" y="4902575"/>
            <a:ext cx="2695800" cy="24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/>
        </p:txBody>
      </p:sp>
      <p:sp>
        <p:nvSpPr>
          <p:cNvPr id="371" name="Google Shape;371;p29"/>
          <p:cNvSpPr txBox="1"/>
          <p:nvPr>
            <p:ph idx="8" type="subTitle"/>
          </p:nvPr>
        </p:nvSpPr>
        <p:spPr>
          <a:xfrm>
            <a:off x="246850" y="5464388"/>
            <a:ext cx="2793000" cy="24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/>
        </p:txBody>
      </p:sp>
      <p:sp>
        <p:nvSpPr>
          <p:cNvPr id="372" name="Google Shape;372;p29"/>
          <p:cNvSpPr txBox="1"/>
          <p:nvPr>
            <p:ph idx="9" type="subTitle"/>
          </p:nvPr>
        </p:nvSpPr>
        <p:spPr>
          <a:xfrm>
            <a:off x="246850" y="5681741"/>
            <a:ext cx="2695800" cy="24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/>
        </p:txBody>
      </p:sp>
      <p:sp>
        <p:nvSpPr>
          <p:cNvPr id="373" name="Google Shape;373;p29"/>
          <p:cNvSpPr txBox="1"/>
          <p:nvPr>
            <p:ph idx="13" type="subTitle"/>
          </p:nvPr>
        </p:nvSpPr>
        <p:spPr>
          <a:xfrm>
            <a:off x="3135975" y="3917967"/>
            <a:ext cx="2793000" cy="24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/>
        </p:txBody>
      </p:sp>
      <p:sp>
        <p:nvSpPr>
          <p:cNvPr id="374" name="Google Shape;374;p29"/>
          <p:cNvSpPr txBox="1"/>
          <p:nvPr>
            <p:ph idx="14" type="subTitle"/>
          </p:nvPr>
        </p:nvSpPr>
        <p:spPr>
          <a:xfrm>
            <a:off x="3135975" y="4135320"/>
            <a:ext cx="2695800" cy="24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/>
        </p:txBody>
      </p:sp>
      <p:sp>
        <p:nvSpPr>
          <p:cNvPr id="375" name="Google Shape;375;p29"/>
          <p:cNvSpPr txBox="1"/>
          <p:nvPr>
            <p:ph idx="15" type="subTitle"/>
          </p:nvPr>
        </p:nvSpPr>
        <p:spPr>
          <a:xfrm>
            <a:off x="3135975" y="4685221"/>
            <a:ext cx="2793000" cy="24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/>
        </p:txBody>
      </p:sp>
      <p:sp>
        <p:nvSpPr>
          <p:cNvPr id="376" name="Google Shape;376;p29"/>
          <p:cNvSpPr txBox="1"/>
          <p:nvPr>
            <p:ph idx="16" type="subTitle"/>
          </p:nvPr>
        </p:nvSpPr>
        <p:spPr>
          <a:xfrm>
            <a:off x="3135975" y="4902575"/>
            <a:ext cx="2695800" cy="24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/>
        </p:txBody>
      </p:sp>
      <p:sp>
        <p:nvSpPr>
          <p:cNvPr id="377" name="Google Shape;377;p29"/>
          <p:cNvSpPr txBox="1"/>
          <p:nvPr>
            <p:ph idx="17" type="subTitle"/>
          </p:nvPr>
        </p:nvSpPr>
        <p:spPr>
          <a:xfrm>
            <a:off x="3135975" y="6061855"/>
            <a:ext cx="2793000" cy="24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/>
        </p:txBody>
      </p:sp>
      <p:sp>
        <p:nvSpPr>
          <p:cNvPr id="378" name="Google Shape;378;p29"/>
          <p:cNvSpPr txBox="1"/>
          <p:nvPr>
            <p:ph idx="18" type="subTitle"/>
          </p:nvPr>
        </p:nvSpPr>
        <p:spPr>
          <a:xfrm>
            <a:off x="3135975" y="6279208"/>
            <a:ext cx="2695800" cy="24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624">
          <p15:clr>
            <a:srgbClr val="E46962"/>
          </p15:clr>
        </p15:guide>
        <p15:guide id="2" orient="horz" pos="4108">
          <p15:clr>
            <a:srgbClr val="E46962"/>
          </p15:clr>
        </p15:guide>
        <p15:guide id="3" pos="454">
          <p15:clr>
            <a:srgbClr val="E46962"/>
          </p15:clr>
        </p15:guide>
        <p15:guide id="4" pos="5601">
          <p15:clr>
            <a:srgbClr val="E46962"/>
          </p15:clr>
        </p15:guide>
        <p15:guide id="5" pos="5292">
          <p15:clr>
            <a:srgbClr val="E46962"/>
          </p15:clr>
        </p15:guide>
        <p15:guide id="6" pos="159">
          <p15:clr>
            <a:srgbClr val="E46962"/>
          </p15:clr>
        </p15:guide>
        <p15:guide id="7" orient="horz" pos="212">
          <p15:clr>
            <a:srgbClr val="E46962"/>
          </p15:clr>
        </p15:guide>
        <p15:guide id="8" orient="horz" pos="3696">
          <p15:clr>
            <a:srgbClr val="E46962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ext Steps">
  <p:cSld name="BLANK_1_1_1_1_1_1_1_1_1_1_1_1_1_1_1_1_2_1_1"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0" name="Google Shape;380;p30"/>
          <p:cNvGrpSpPr/>
          <p:nvPr/>
        </p:nvGrpSpPr>
        <p:grpSpPr>
          <a:xfrm>
            <a:off x="3343784" y="4232472"/>
            <a:ext cx="4804343" cy="2625360"/>
            <a:chOff x="4110075" y="3174500"/>
            <a:chExt cx="4385125" cy="2181075"/>
          </a:xfrm>
        </p:grpSpPr>
        <p:sp>
          <p:nvSpPr>
            <p:cNvPr id="381" name="Google Shape;381;p30"/>
            <p:cNvSpPr/>
            <p:nvPr/>
          </p:nvSpPr>
          <p:spPr>
            <a:xfrm>
              <a:off x="5326300" y="4270475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82" name="Google Shape;382;p30"/>
            <p:cNvSpPr/>
            <p:nvPr/>
          </p:nvSpPr>
          <p:spPr>
            <a:xfrm>
              <a:off x="4707825" y="36987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83" name="Google Shape;383;p30"/>
            <p:cNvSpPr/>
            <p:nvPr/>
          </p:nvSpPr>
          <p:spPr>
            <a:xfrm>
              <a:off x="4110075" y="31745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384" name="Google Shape;384;p30"/>
          <p:cNvGrpSpPr/>
          <p:nvPr/>
        </p:nvGrpSpPr>
        <p:grpSpPr>
          <a:xfrm>
            <a:off x="4340393" y="2336149"/>
            <a:ext cx="4804343" cy="2625360"/>
            <a:chOff x="4110075" y="3174500"/>
            <a:chExt cx="4385125" cy="2181075"/>
          </a:xfrm>
        </p:grpSpPr>
        <p:sp>
          <p:nvSpPr>
            <p:cNvPr id="385" name="Google Shape;385;p30"/>
            <p:cNvSpPr/>
            <p:nvPr/>
          </p:nvSpPr>
          <p:spPr>
            <a:xfrm>
              <a:off x="5326300" y="4270475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86" name="Google Shape;386;p30"/>
            <p:cNvSpPr/>
            <p:nvPr/>
          </p:nvSpPr>
          <p:spPr>
            <a:xfrm>
              <a:off x="4707825" y="36987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87" name="Google Shape;387;p30"/>
            <p:cNvSpPr/>
            <p:nvPr/>
          </p:nvSpPr>
          <p:spPr>
            <a:xfrm>
              <a:off x="4110075" y="31745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grpSp>
        <p:nvGrpSpPr>
          <p:cNvPr id="388" name="Google Shape;388;p30"/>
          <p:cNvGrpSpPr/>
          <p:nvPr/>
        </p:nvGrpSpPr>
        <p:grpSpPr>
          <a:xfrm>
            <a:off x="4790942" y="1"/>
            <a:ext cx="4353074" cy="3005834"/>
            <a:chOff x="5469800" y="-26200"/>
            <a:chExt cx="3674100" cy="2368850"/>
          </a:xfrm>
        </p:grpSpPr>
        <p:sp>
          <p:nvSpPr>
            <p:cNvPr id="389" name="Google Shape;389;p30"/>
            <p:cNvSpPr/>
            <p:nvPr/>
          </p:nvSpPr>
          <p:spPr>
            <a:xfrm>
              <a:off x="5701100" y="1018750"/>
              <a:ext cx="3442800" cy="13239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90" name="Google Shape;390;p30"/>
            <p:cNvSpPr/>
            <p:nvPr/>
          </p:nvSpPr>
          <p:spPr>
            <a:xfrm>
              <a:off x="5469800" y="-26200"/>
              <a:ext cx="3674100" cy="1944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grpSp>
        <p:nvGrpSpPr>
          <p:cNvPr id="391" name="Google Shape;391;p30"/>
          <p:cNvGrpSpPr/>
          <p:nvPr/>
        </p:nvGrpSpPr>
        <p:grpSpPr>
          <a:xfrm>
            <a:off x="4340407" y="4232472"/>
            <a:ext cx="4804343" cy="2625360"/>
            <a:chOff x="4110075" y="3174500"/>
            <a:chExt cx="4385125" cy="2181075"/>
          </a:xfrm>
        </p:grpSpPr>
        <p:sp>
          <p:nvSpPr>
            <p:cNvPr id="392" name="Google Shape;392;p30"/>
            <p:cNvSpPr/>
            <p:nvPr/>
          </p:nvSpPr>
          <p:spPr>
            <a:xfrm>
              <a:off x="5326300" y="4270475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93" name="Google Shape;393;p30"/>
            <p:cNvSpPr/>
            <p:nvPr/>
          </p:nvSpPr>
          <p:spPr>
            <a:xfrm>
              <a:off x="4707825" y="36987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94" name="Google Shape;394;p30"/>
            <p:cNvSpPr/>
            <p:nvPr/>
          </p:nvSpPr>
          <p:spPr>
            <a:xfrm>
              <a:off x="4110075" y="31745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95" name="Google Shape;395;p30"/>
          <p:cNvSpPr txBox="1"/>
          <p:nvPr>
            <p:ph idx="1" type="subTitle"/>
          </p:nvPr>
        </p:nvSpPr>
        <p:spPr>
          <a:xfrm>
            <a:off x="5619076" y="2336267"/>
            <a:ext cx="2247600" cy="675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396" name="Google Shape;396;p30"/>
          <p:cNvSpPr txBox="1"/>
          <p:nvPr>
            <p:ph idx="2" type="subTitle"/>
          </p:nvPr>
        </p:nvSpPr>
        <p:spPr>
          <a:xfrm>
            <a:off x="5619076" y="3962001"/>
            <a:ext cx="2291400" cy="6489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397" name="Google Shape;397;p30"/>
          <p:cNvSpPr txBox="1"/>
          <p:nvPr>
            <p:ph idx="3" type="subTitle"/>
          </p:nvPr>
        </p:nvSpPr>
        <p:spPr>
          <a:xfrm>
            <a:off x="5619076" y="805133"/>
            <a:ext cx="2291400" cy="675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398" name="Google Shape;398;p30"/>
          <p:cNvSpPr txBox="1"/>
          <p:nvPr>
            <p:ph idx="4" type="subTitle"/>
          </p:nvPr>
        </p:nvSpPr>
        <p:spPr>
          <a:xfrm>
            <a:off x="5619076" y="3119999"/>
            <a:ext cx="2436300" cy="648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/>
        </p:txBody>
      </p:sp>
      <p:sp>
        <p:nvSpPr>
          <p:cNvPr id="399" name="Google Shape;399;p30"/>
          <p:cNvSpPr txBox="1"/>
          <p:nvPr>
            <p:ph idx="5" type="subTitle"/>
          </p:nvPr>
        </p:nvSpPr>
        <p:spPr>
          <a:xfrm>
            <a:off x="5619076" y="1572833"/>
            <a:ext cx="2436300" cy="648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/>
        </p:txBody>
      </p:sp>
      <p:sp>
        <p:nvSpPr>
          <p:cNvPr id="400" name="Google Shape;400;p30"/>
          <p:cNvSpPr txBox="1"/>
          <p:nvPr>
            <p:ph idx="6" type="subTitle"/>
          </p:nvPr>
        </p:nvSpPr>
        <p:spPr>
          <a:xfrm>
            <a:off x="5619076" y="4691133"/>
            <a:ext cx="2436300" cy="648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/>
        </p:txBody>
      </p:sp>
      <p:sp>
        <p:nvSpPr>
          <p:cNvPr id="401" name="Google Shape;401;p30"/>
          <p:cNvSpPr txBox="1"/>
          <p:nvPr>
            <p:ph type="title"/>
          </p:nvPr>
        </p:nvSpPr>
        <p:spPr>
          <a:xfrm>
            <a:off x="743700" y="991600"/>
            <a:ext cx="4686000" cy="2449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77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68">
          <p15:clr>
            <a:srgbClr val="E46962"/>
          </p15:clr>
        </p15:guide>
        <p15:guide id="2" pos="5601">
          <p15:clr>
            <a:srgbClr val="E46962"/>
          </p15:clr>
        </p15:guide>
        <p15:guide id="3" orient="horz" pos="624">
          <p15:clr>
            <a:srgbClr val="E46962"/>
          </p15:clr>
        </p15:guide>
        <p15:guide id="4" orient="horz" pos="4108">
          <p15:clr>
            <a:srgbClr val="E46962"/>
          </p15:clr>
        </p15:guide>
        <p15:guide id="5" pos="5292">
          <p15:clr>
            <a:srgbClr val="E46962"/>
          </p15:clr>
        </p15:guide>
        <p15:guide id="6" pos="159">
          <p15:clr>
            <a:srgbClr val="E46962"/>
          </p15:clr>
        </p15:guide>
        <p15:guide id="7" orient="horz" pos="212">
          <p15:clr>
            <a:srgbClr val="E46962"/>
          </p15:clr>
        </p15:guide>
        <p15:guide id="8" orient="horz" pos="3696">
          <p15:clr>
            <a:srgbClr val="E46962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- Alt 1">
  <p:cSld name="BLANK_1_1_1_1_1_1_2">
    <p:bg>
      <p:bgPr>
        <a:solidFill>
          <a:schemeClr val="accent2"/>
        </a:solidFill>
      </p:bgPr>
    </p:bg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3" name="Google Shape;403;p31"/>
          <p:cNvGrpSpPr/>
          <p:nvPr/>
        </p:nvGrpSpPr>
        <p:grpSpPr>
          <a:xfrm>
            <a:off x="2337800" y="-4300"/>
            <a:ext cx="6806000" cy="6916660"/>
            <a:chOff x="2337800" y="-3225"/>
            <a:chExt cx="6806000" cy="5187625"/>
          </a:xfrm>
        </p:grpSpPr>
        <p:sp>
          <p:nvSpPr>
            <p:cNvPr id="404" name="Google Shape;404;p31"/>
            <p:cNvSpPr/>
            <p:nvPr/>
          </p:nvSpPr>
          <p:spPr>
            <a:xfrm>
              <a:off x="4521450" y="1439175"/>
              <a:ext cx="4018800" cy="90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405" name="Google Shape;405;p31"/>
            <p:cNvSpPr/>
            <p:nvPr/>
          </p:nvSpPr>
          <p:spPr>
            <a:xfrm>
              <a:off x="3555075" y="2289675"/>
              <a:ext cx="3597000" cy="144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406" name="Google Shape;406;p31"/>
            <p:cNvSpPr/>
            <p:nvPr/>
          </p:nvSpPr>
          <p:spPr>
            <a:xfrm>
              <a:off x="5626900" y="-3225"/>
              <a:ext cx="3516900" cy="18369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407" name="Google Shape;407;p31"/>
            <p:cNvSpPr/>
            <p:nvPr/>
          </p:nvSpPr>
          <p:spPr>
            <a:xfrm>
              <a:off x="2337800" y="3695800"/>
              <a:ext cx="3597000" cy="148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408" name="Google Shape;408;p31"/>
          <p:cNvSpPr txBox="1"/>
          <p:nvPr>
            <p:ph type="title"/>
          </p:nvPr>
        </p:nvSpPr>
        <p:spPr>
          <a:xfrm>
            <a:off x="743700" y="991600"/>
            <a:ext cx="4299000" cy="23901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77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9pPr>
          </a:lstStyle>
          <a:p/>
        </p:txBody>
      </p:sp>
      <p:sp>
        <p:nvSpPr>
          <p:cNvPr id="409" name="Google Shape;409;p31"/>
          <p:cNvSpPr txBox="1"/>
          <p:nvPr>
            <p:ph idx="2" type="title"/>
          </p:nvPr>
        </p:nvSpPr>
        <p:spPr>
          <a:xfrm>
            <a:off x="3872475" y="3592034"/>
            <a:ext cx="2962200" cy="2274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9pPr>
          </a:lstStyle>
          <a:p/>
        </p:txBody>
      </p:sp>
      <p:pic>
        <p:nvPicPr>
          <p:cNvPr id="410" name="Google Shape;410;p31"/>
          <p:cNvPicPr preferRelativeResize="0"/>
          <p:nvPr/>
        </p:nvPicPr>
        <p:blipFill rotWithShape="1">
          <a:blip r:embed="rId2">
            <a:alphaModFix/>
          </a:blip>
          <a:srcRect b="47660" l="8383" r="59409" t="26262"/>
          <a:stretch/>
        </p:blipFill>
        <p:spPr>
          <a:xfrm>
            <a:off x="642782" y="5694697"/>
            <a:ext cx="201843" cy="21788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1" name="Google Shape;411;p31"/>
          <p:cNvPicPr preferRelativeResize="0"/>
          <p:nvPr/>
        </p:nvPicPr>
        <p:blipFill rotWithShape="1">
          <a:blip r:embed="rId2">
            <a:alphaModFix/>
          </a:blip>
          <a:srcRect b="47660" l="8383" r="59409" t="26262"/>
          <a:stretch/>
        </p:blipFill>
        <p:spPr>
          <a:xfrm>
            <a:off x="7688117" y="5552864"/>
            <a:ext cx="201843" cy="21788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2" name="Google Shape;412;p31"/>
          <p:cNvPicPr preferRelativeResize="0"/>
          <p:nvPr/>
        </p:nvPicPr>
        <p:blipFill rotWithShape="1">
          <a:blip r:embed="rId2">
            <a:alphaModFix/>
          </a:blip>
          <a:srcRect b="47660" l="8383" r="59409" t="26262"/>
          <a:stretch/>
        </p:blipFill>
        <p:spPr>
          <a:xfrm>
            <a:off x="7972601" y="4044064"/>
            <a:ext cx="201843" cy="21788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3" name="Google Shape;413;p31"/>
          <p:cNvPicPr preferRelativeResize="0"/>
          <p:nvPr/>
        </p:nvPicPr>
        <p:blipFill rotWithShape="1">
          <a:blip r:embed="rId2">
            <a:alphaModFix/>
          </a:blip>
          <a:srcRect b="47660" l="8383" r="59409" t="26262"/>
          <a:stretch/>
        </p:blipFill>
        <p:spPr>
          <a:xfrm>
            <a:off x="4521457" y="594564"/>
            <a:ext cx="201843" cy="21788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4" name="Google Shape;414;p31"/>
          <p:cNvPicPr preferRelativeResize="0"/>
          <p:nvPr/>
        </p:nvPicPr>
        <p:blipFill rotWithShape="1">
          <a:blip r:embed="rId3">
            <a:alphaModFix/>
          </a:blip>
          <a:srcRect b="0" l="6521" r="6521" t="0"/>
          <a:stretch/>
        </p:blipFill>
        <p:spPr>
          <a:xfrm>
            <a:off x="7284429" y="5866397"/>
            <a:ext cx="201844" cy="217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15" name="Google Shape;415;p31"/>
          <p:cNvPicPr preferRelativeResize="0"/>
          <p:nvPr/>
        </p:nvPicPr>
        <p:blipFill rotWithShape="1">
          <a:blip r:embed="rId3">
            <a:alphaModFix/>
          </a:blip>
          <a:srcRect b="0" l="6521" r="6521" t="0"/>
          <a:stretch/>
        </p:blipFill>
        <p:spPr>
          <a:xfrm>
            <a:off x="3555079" y="2444897"/>
            <a:ext cx="201844" cy="217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16" name="Google Shape;416;p31"/>
          <p:cNvPicPr preferRelativeResize="0"/>
          <p:nvPr/>
        </p:nvPicPr>
        <p:blipFill rotWithShape="1">
          <a:blip r:embed="rId4">
            <a:alphaModFix/>
          </a:blip>
          <a:srcRect b="0" l="6521" r="6521" t="0"/>
          <a:stretch/>
        </p:blipFill>
        <p:spPr>
          <a:xfrm>
            <a:off x="3171717" y="5608497"/>
            <a:ext cx="201844" cy="217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17" name="Google Shape;417;p31"/>
          <p:cNvPicPr preferRelativeResize="0"/>
          <p:nvPr/>
        </p:nvPicPr>
        <p:blipFill rotWithShape="1">
          <a:blip r:embed="rId4">
            <a:alphaModFix/>
          </a:blip>
          <a:srcRect b="0" l="6521" r="6521" t="0"/>
          <a:stretch/>
        </p:blipFill>
        <p:spPr>
          <a:xfrm>
            <a:off x="6834679" y="673331"/>
            <a:ext cx="201844" cy="217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18" name="Google Shape;418;p31"/>
          <p:cNvPicPr preferRelativeResize="0"/>
          <p:nvPr/>
        </p:nvPicPr>
        <p:blipFill rotWithShape="1">
          <a:blip r:embed="rId3">
            <a:alphaModFix/>
          </a:blip>
          <a:srcRect b="0" l="6521" r="6521" t="0"/>
          <a:stretch/>
        </p:blipFill>
        <p:spPr>
          <a:xfrm>
            <a:off x="1392254" y="4215564"/>
            <a:ext cx="201844" cy="21788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19" name="Google Shape;419;p31"/>
          <p:cNvGrpSpPr/>
          <p:nvPr/>
        </p:nvGrpSpPr>
        <p:grpSpPr>
          <a:xfrm>
            <a:off x="7517552" y="2305261"/>
            <a:ext cx="139297" cy="147429"/>
            <a:chOff x="2601950" y="1974675"/>
            <a:chExt cx="2474200" cy="1963100"/>
          </a:xfrm>
        </p:grpSpPr>
        <p:sp>
          <p:nvSpPr>
            <p:cNvPr id="420" name="Google Shape;420;p31"/>
            <p:cNvSpPr/>
            <p:nvPr/>
          </p:nvSpPr>
          <p:spPr>
            <a:xfrm>
              <a:off x="2601950" y="1974675"/>
              <a:ext cx="621475" cy="621475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421" name="Google Shape;421;p31"/>
            <p:cNvSpPr/>
            <p:nvPr/>
          </p:nvSpPr>
          <p:spPr>
            <a:xfrm>
              <a:off x="4454675" y="1974675"/>
              <a:ext cx="621475" cy="621475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422" name="Google Shape;422;p31"/>
            <p:cNvSpPr/>
            <p:nvPr/>
          </p:nvSpPr>
          <p:spPr>
            <a:xfrm>
              <a:off x="2601950" y="2903950"/>
              <a:ext cx="621475" cy="621475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423" name="Google Shape;423;p31"/>
            <p:cNvSpPr/>
            <p:nvPr/>
          </p:nvSpPr>
          <p:spPr>
            <a:xfrm>
              <a:off x="2811025" y="3107225"/>
              <a:ext cx="615675" cy="615675"/>
            </a:xfrm>
            <a:custGeom>
              <a:rect b="b" l="l" r="r" t="t"/>
              <a:pathLst>
                <a:path extrusionOk="0" h="24627" w="24627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424" name="Google Shape;424;p31"/>
            <p:cNvSpPr/>
            <p:nvPr/>
          </p:nvSpPr>
          <p:spPr>
            <a:xfrm>
              <a:off x="3008500" y="3316325"/>
              <a:ext cx="1759825" cy="621450"/>
            </a:xfrm>
            <a:custGeom>
              <a:rect b="b" l="l" r="r" t="t"/>
              <a:pathLst>
                <a:path extrusionOk="0" h="24858" w="70393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425" name="Google Shape;425;p31"/>
            <p:cNvSpPr/>
            <p:nvPr/>
          </p:nvSpPr>
          <p:spPr>
            <a:xfrm>
              <a:off x="4251400" y="3107225"/>
              <a:ext cx="615650" cy="615675"/>
            </a:xfrm>
            <a:custGeom>
              <a:rect b="b" l="l" r="r" t="t"/>
              <a:pathLst>
                <a:path extrusionOk="0" h="24627" w="24626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426" name="Google Shape;426;p31"/>
            <p:cNvSpPr/>
            <p:nvPr/>
          </p:nvSpPr>
          <p:spPr>
            <a:xfrm>
              <a:off x="4454675" y="2903950"/>
              <a:ext cx="621475" cy="621475"/>
            </a:xfrm>
            <a:custGeom>
              <a:rect b="b" l="l" r="r" t="t"/>
              <a:pathLst>
                <a:path extrusionOk="0" h="24859" w="24859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>
        <p15:guide id="1" pos="468">
          <p15:clr>
            <a:srgbClr val="E46962"/>
          </p15:clr>
        </p15:guide>
        <p15:guide id="2" pos="5601">
          <p15:clr>
            <a:srgbClr val="E46962"/>
          </p15:clr>
        </p15:guide>
        <p15:guide id="3" orient="horz" pos="624">
          <p15:clr>
            <a:srgbClr val="E46962"/>
          </p15:clr>
        </p15:guide>
        <p15:guide id="4" orient="horz" pos="4108">
          <p15:clr>
            <a:srgbClr val="E46962"/>
          </p15:clr>
        </p15:guide>
        <p15:guide id="5" orient="horz" pos="3696">
          <p15:clr>
            <a:srgbClr val="E46962"/>
          </p15:clr>
        </p15:guide>
        <p15:guide id="6" orient="horz" pos="212">
          <p15:clr>
            <a:srgbClr val="E46962"/>
          </p15:clr>
        </p15:guide>
        <p15:guide id="7" pos="5292">
          <p15:clr>
            <a:srgbClr val="E46962"/>
          </p15:clr>
        </p15:guide>
        <p15:guide id="8" pos="159">
          <p15:clr>
            <a:srgbClr val="E46962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32"/>
          <p:cNvSpPr txBox="1"/>
          <p:nvPr>
            <p:ph type="ctrTitle"/>
          </p:nvPr>
        </p:nvSpPr>
        <p:spPr>
          <a:xfrm>
            <a:off x="311708" y="992767"/>
            <a:ext cx="8520600" cy="2736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429" name="Google Shape;429;p32"/>
          <p:cNvSpPr txBox="1"/>
          <p:nvPr>
            <p:ph idx="1" type="subTitle"/>
          </p:nvPr>
        </p:nvSpPr>
        <p:spPr>
          <a:xfrm>
            <a:off x="311700" y="3778833"/>
            <a:ext cx="8520600" cy="105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33"/>
          <p:cNvSpPr txBox="1"/>
          <p:nvPr>
            <p:ph type="title"/>
          </p:nvPr>
        </p:nvSpPr>
        <p:spPr>
          <a:xfrm>
            <a:off x="311700" y="2867800"/>
            <a:ext cx="8520600" cy="1122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34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34" name="Google Shape;434;p34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5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37" name="Google Shape;437;p35"/>
          <p:cNvSpPr txBox="1"/>
          <p:nvPr>
            <p:ph idx="1" type="body"/>
          </p:nvPr>
        </p:nvSpPr>
        <p:spPr>
          <a:xfrm>
            <a:off x="311700" y="1536633"/>
            <a:ext cx="39999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38" name="Google Shape;438;p35"/>
          <p:cNvSpPr txBox="1"/>
          <p:nvPr>
            <p:ph idx="2" type="body"/>
          </p:nvPr>
        </p:nvSpPr>
        <p:spPr>
          <a:xfrm>
            <a:off x="4832400" y="1536633"/>
            <a:ext cx="39999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36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37"/>
          <p:cNvSpPr txBox="1"/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43" name="Google Shape;443;p37"/>
          <p:cNvSpPr txBox="1"/>
          <p:nvPr>
            <p:ph idx="1" type="body"/>
          </p:nvPr>
        </p:nvSpPr>
        <p:spPr>
          <a:xfrm>
            <a:off x="311700" y="1852800"/>
            <a:ext cx="2808000" cy="423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38"/>
          <p:cNvSpPr txBox="1"/>
          <p:nvPr>
            <p:ph type="title"/>
          </p:nvPr>
        </p:nvSpPr>
        <p:spPr>
          <a:xfrm>
            <a:off x="490250" y="600200"/>
            <a:ext cx="6367800" cy="545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39"/>
          <p:cNvSpPr txBox="1"/>
          <p:nvPr>
            <p:ph type="title"/>
          </p:nvPr>
        </p:nvSpPr>
        <p:spPr>
          <a:xfrm>
            <a:off x="265500" y="1644233"/>
            <a:ext cx="4045200" cy="1976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48" name="Google Shape;448;p39"/>
          <p:cNvSpPr txBox="1"/>
          <p:nvPr>
            <p:ph idx="1" type="subTitle"/>
          </p:nvPr>
        </p:nvSpPr>
        <p:spPr>
          <a:xfrm>
            <a:off x="265500" y="3737433"/>
            <a:ext cx="4045200" cy="164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49" name="Google Shape;449;p39"/>
          <p:cNvSpPr txBox="1"/>
          <p:nvPr>
            <p:ph idx="2" type="body"/>
          </p:nvPr>
        </p:nvSpPr>
        <p:spPr>
          <a:xfrm>
            <a:off x="4939500" y="965433"/>
            <a:ext cx="3837000" cy="4926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40"/>
          <p:cNvSpPr txBox="1"/>
          <p:nvPr>
            <p:ph idx="1" type="body"/>
          </p:nvPr>
        </p:nvSpPr>
        <p:spPr>
          <a:xfrm>
            <a:off x="311700" y="5640767"/>
            <a:ext cx="5998800" cy="80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52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41"/>
          <p:cNvSpPr txBox="1"/>
          <p:nvPr>
            <p:ph hasCustomPrompt="1" type="title"/>
          </p:nvPr>
        </p:nvSpPr>
        <p:spPr>
          <a:xfrm>
            <a:off x="311700" y="1474833"/>
            <a:ext cx="8520600" cy="261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54" name="Google Shape;454;p41"/>
          <p:cNvSpPr txBox="1"/>
          <p:nvPr>
            <p:ph idx="1" type="body"/>
          </p:nvPr>
        </p:nvSpPr>
        <p:spPr>
          <a:xfrm>
            <a:off x="311700" y="4202967"/>
            <a:ext cx="8520600" cy="173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43"/>
          <p:cNvSpPr txBox="1"/>
          <p:nvPr>
            <p:ph type="title"/>
          </p:nvPr>
        </p:nvSpPr>
        <p:spPr>
          <a:xfrm>
            <a:off x="677325" y="2443700"/>
            <a:ext cx="3217200" cy="197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58" name="Google Shape;458;p43"/>
          <p:cNvSpPr txBox="1"/>
          <p:nvPr>
            <p:ph idx="1" type="subTitle"/>
          </p:nvPr>
        </p:nvSpPr>
        <p:spPr>
          <a:xfrm>
            <a:off x="4406650" y="525000"/>
            <a:ext cx="4409700" cy="72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59" name="Google Shape;459;p43"/>
          <p:cNvSpPr txBox="1"/>
          <p:nvPr>
            <p:ph idx="2" type="subTitle"/>
          </p:nvPr>
        </p:nvSpPr>
        <p:spPr>
          <a:xfrm>
            <a:off x="4406650" y="1535607"/>
            <a:ext cx="4409700" cy="72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60" name="Google Shape;460;p43"/>
          <p:cNvSpPr txBox="1"/>
          <p:nvPr>
            <p:ph idx="3" type="subTitle"/>
          </p:nvPr>
        </p:nvSpPr>
        <p:spPr>
          <a:xfrm>
            <a:off x="4406650" y="4567427"/>
            <a:ext cx="4409700" cy="72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61" name="Google Shape;461;p43"/>
          <p:cNvSpPr txBox="1"/>
          <p:nvPr>
            <p:ph idx="4" type="subTitle"/>
          </p:nvPr>
        </p:nvSpPr>
        <p:spPr>
          <a:xfrm>
            <a:off x="4406650" y="2546213"/>
            <a:ext cx="4409700" cy="72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62" name="Google Shape;462;p43"/>
          <p:cNvSpPr txBox="1"/>
          <p:nvPr>
            <p:ph idx="5" type="subTitle"/>
          </p:nvPr>
        </p:nvSpPr>
        <p:spPr>
          <a:xfrm>
            <a:off x="4406650" y="5578033"/>
            <a:ext cx="4409700" cy="72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63" name="Google Shape;463;p43"/>
          <p:cNvSpPr txBox="1"/>
          <p:nvPr>
            <p:ph idx="6" type="subTitle"/>
          </p:nvPr>
        </p:nvSpPr>
        <p:spPr>
          <a:xfrm>
            <a:off x="4406650" y="3556820"/>
            <a:ext cx="4409700" cy="72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44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66" name="Google Shape;466;p44"/>
          <p:cNvSpPr txBox="1"/>
          <p:nvPr>
            <p:ph idx="1" type="body"/>
          </p:nvPr>
        </p:nvSpPr>
        <p:spPr>
          <a:xfrm>
            <a:off x="311700" y="1536633"/>
            <a:ext cx="44739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67" name="Google Shape;467;p44"/>
          <p:cNvSpPr/>
          <p:nvPr>
            <p:ph idx="2" type="pic"/>
          </p:nvPr>
        </p:nvSpPr>
        <p:spPr>
          <a:xfrm>
            <a:off x="4992024" y="1537033"/>
            <a:ext cx="3840300" cy="4555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45"/>
          <p:cNvSpPr txBox="1"/>
          <p:nvPr>
            <p:ph type="title"/>
          </p:nvPr>
        </p:nvSpPr>
        <p:spPr>
          <a:xfrm>
            <a:off x="483175" y="600033"/>
            <a:ext cx="8184600" cy="1010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70" name="Google Shape;470;p45"/>
          <p:cNvSpPr txBox="1"/>
          <p:nvPr>
            <p:ph idx="1" type="body"/>
          </p:nvPr>
        </p:nvSpPr>
        <p:spPr>
          <a:xfrm>
            <a:off x="483150" y="2983717"/>
            <a:ext cx="3619800" cy="31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1" name="Google Shape;471;p45"/>
          <p:cNvSpPr txBox="1"/>
          <p:nvPr>
            <p:ph idx="2" type="body"/>
          </p:nvPr>
        </p:nvSpPr>
        <p:spPr>
          <a:xfrm>
            <a:off x="5048000" y="2983717"/>
            <a:ext cx="3619800" cy="31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2" name="Google Shape;472;p45"/>
          <p:cNvSpPr txBox="1"/>
          <p:nvPr>
            <p:ph idx="3" type="subTitle"/>
          </p:nvPr>
        </p:nvSpPr>
        <p:spPr>
          <a:xfrm>
            <a:off x="483150" y="1781548"/>
            <a:ext cx="3619800" cy="72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73" name="Google Shape;473;p45"/>
          <p:cNvSpPr txBox="1"/>
          <p:nvPr>
            <p:ph idx="4" type="subTitle"/>
          </p:nvPr>
        </p:nvSpPr>
        <p:spPr>
          <a:xfrm>
            <a:off x="5048000" y="1781548"/>
            <a:ext cx="3619800" cy="72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46"/>
          <p:cNvSpPr txBox="1"/>
          <p:nvPr>
            <p:ph idx="1" type="body"/>
          </p:nvPr>
        </p:nvSpPr>
        <p:spPr>
          <a:xfrm>
            <a:off x="483175" y="3223333"/>
            <a:ext cx="2455500" cy="31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6" name="Google Shape;476;p46"/>
          <p:cNvSpPr txBox="1"/>
          <p:nvPr>
            <p:ph idx="2" type="body"/>
          </p:nvPr>
        </p:nvSpPr>
        <p:spPr>
          <a:xfrm>
            <a:off x="3347725" y="3223333"/>
            <a:ext cx="2455500" cy="31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7" name="Google Shape;477;p46"/>
          <p:cNvSpPr txBox="1"/>
          <p:nvPr>
            <p:ph type="title"/>
          </p:nvPr>
        </p:nvSpPr>
        <p:spPr>
          <a:xfrm>
            <a:off x="483175" y="600033"/>
            <a:ext cx="8184600" cy="1010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78" name="Google Shape;478;p46"/>
          <p:cNvSpPr txBox="1"/>
          <p:nvPr>
            <p:ph idx="3" type="subTitle"/>
          </p:nvPr>
        </p:nvSpPr>
        <p:spPr>
          <a:xfrm>
            <a:off x="483175" y="1781533"/>
            <a:ext cx="2455500" cy="103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79" name="Google Shape;479;p46"/>
          <p:cNvSpPr txBox="1"/>
          <p:nvPr>
            <p:ph idx="4" type="subTitle"/>
          </p:nvPr>
        </p:nvSpPr>
        <p:spPr>
          <a:xfrm>
            <a:off x="3347725" y="1781533"/>
            <a:ext cx="2455500" cy="103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80" name="Google Shape;480;p46"/>
          <p:cNvSpPr txBox="1"/>
          <p:nvPr>
            <p:ph idx="5" type="subTitle"/>
          </p:nvPr>
        </p:nvSpPr>
        <p:spPr>
          <a:xfrm>
            <a:off x="6212275" y="1781533"/>
            <a:ext cx="2455500" cy="103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81" name="Google Shape;481;p46"/>
          <p:cNvSpPr txBox="1"/>
          <p:nvPr>
            <p:ph idx="6" type="body"/>
          </p:nvPr>
        </p:nvSpPr>
        <p:spPr>
          <a:xfrm>
            <a:off x="6212275" y="3223333"/>
            <a:ext cx="2455500" cy="31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47"/>
          <p:cNvSpPr txBox="1"/>
          <p:nvPr>
            <p:ph idx="1" type="body"/>
          </p:nvPr>
        </p:nvSpPr>
        <p:spPr>
          <a:xfrm>
            <a:off x="366725" y="2345458"/>
            <a:ext cx="3838500" cy="151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84" name="Google Shape;484;p47"/>
          <p:cNvSpPr txBox="1"/>
          <p:nvPr>
            <p:ph idx="2" type="body"/>
          </p:nvPr>
        </p:nvSpPr>
        <p:spPr>
          <a:xfrm>
            <a:off x="4938725" y="2345458"/>
            <a:ext cx="3838500" cy="151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85" name="Google Shape;485;p47"/>
          <p:cNvSpPr txBox="1"/>
          <p:nvPr>
            <p:ph idx="3" type="body"/>
          </p:nvPr>
        </p:nvSpPr>
        <p:spPr>
          <a:xfrm>
            <a:off x="366750" y="4864767"/>
            <a:ext cx="3838500" cy="151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86" name="Google Shape;486;p47"/>
          <p:cNvSpPr txBox="1"/>
          <p:nvPr>
            <p:ph idx="4" type="body"/>
          </p:nvPr>
        </p:nvSpPr>
        <p:spPr>
          <a:xfrm>
            <a:off x="4938750" y="4864767"/>
            <a:ext cx="3838500" cy="151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87" name="Google Shape;487;p47"/>
          <p:cNvSpPr txBox="1"/>
          <p:nvPr>
            <p:ph type="title"/>
          </p:nvPr>
        </p:nvSpPr>
        <p:spPr>
          <a:xfrm>
            <a:off x="366750" y="600033"/>
            <a:ext cx="8184600" cy="1010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88" name="Google Shape;488;p47"/>
          <p:cNvSpPr txBox="1"/>
          <p:nvPr>
            <p:ph idx="5" type="subTitle"/>
          </p:nvPr>
        </p:nvSpPr>
        <p:spPr>
          <a:xfrm>
            <a:off x="366763" y="1703876"/>
            <a:ext cx="3838500" cy="64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89" name="Google Shape;489;p47"/>
          <p:cNvSpPr txBox="1"/>
          <p:nvPr>
            <p:ph idx="6" type="subTitle"/>
          </p:nvPr>
        </p:nvSpPr>
        <p:spPr>
          <a:xfrm>
            <a:off x="4938738" y="1703876"/>
            <a:ext cx="3838500" cy="64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90" name="Google Shape;490;p47"/>
          <p:cNvSpPr txBox="1"/>
          <p:nvPr>
            <p:ph idx="7" type="subTitle"/>
          </p:nvPr>
        </p:nvSpPr>
        <p:spPr>
          <a:xfrm>
            <a:off x="4938761" y="4223150"/>
            <a:ext cx="3838500" cy="64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91" name="Google Shape;491;p47"/>
          <p:cNvSpPr txBox="1"/>
          <p:nvPr>
            <p:ph idx="8" type="subTitle"/>
          </p:nvPr>
        </p:nvSpPr>
        <p:spPr>
          <a:xfrm>
            <a:off x="366750" y="4223150"/>
            <a:ext cx="3838500" cy="64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48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94" name="Google Shape;494;p48"/>
          <p:cNvSpPr/>
          <p:nvPr>
            <p:ph idx="2" type="pic"/>
          </p:nvPr>
        </p:nvSpPr>
        <p:spPr>
          <a:xfrm>
            <a:off x="311700" y="1560567"/>
            <a:ext cx="8520600" cy="4657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49"/>
          <p:cNvSpPr txBox="1"/>
          <p:nvPr>
            <p:ph idx="1" type="body"/>
          </p:nvPr>
        </p:nvSpPr>
        <p:spPr>
          <a:xfrm>
            <a:off x="311700" y="5440300"/>
            <a:ext cx="4027500" cy="123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97" name="Google Shape;497;p49"/>
          <p:cNvSpPr/>
          <p:nvPr>
            <p:ph idx="2" type="pic"/>
          </p:nvPr>
        </p:nvSpPr>
        <p:spPr>
          <a:xfrm>
            <a:off x="4804825" y="1511067"/>
            <a:ext cx="4027500" cy="3190500"/>
          </a:xfrm>
          <a:prstGeom prst="rect">
            <a:avLst/>
          </a:prstGeom>
          <a:noFill/>
          <a:ln>
            <a:noFill/>
          </a:ln>
        </p:spPr>
      </p:sp>
      <p:sp>
        <p:nvSpPr>
          <p:cNvPr id="498" name="Google Shape;498;p49"/>
          <p:cNvSpPr/>
          <p:nvPr>
            <p:ph idx="3" type="pic"/>
          </p:nvPr>
        </p:nvSpPr>
        <p:spPr>
          <a:xfrm>
            <a:off x="311725" y="1511067"/>
            <a:ext cx="4027500" cy="31905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49"/>
          <p:cNvSpPr txBox="1"/>
          <p:nvPr>
            <p:ph idx="4" type="body"/>
          </p:nvPr>
        </p:nvSpPr>
        <p:spPr>
          <a:xfrm>
            <a:off x="4804825" y="5440300"/>
            <a:ext cx="4027500" cy="123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00" name="Google Shape;500;p49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01" name="Google Shape;501;p49"/>
          <p:cNvSpPr txBox="1"/>
          <p:nvPr>
            <p:ph idx="5" type="subTitle"/>
          </p:nvPr>
        </p:nvSpPr>
        <p:spPr>
          <a:xfrm>
            <a:off x="311725" y="4777200"/>
            <a:ext cx="4027500" cy="64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02" name="Google Shape;502;p49"/>
          <p:cNvSpPr txBox="1"/>
          <p:nvPr>
            <p:ph idx="6" type="subTitle"/>
          </p:nvPr>
        </p:nvSpPr>
        <p:spPr>
          <a:xfrm>
            <a:off x="4804825" y="4777200"/>
            <a:ext cx="4027500" cy="64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50"/>
          <p:cNvSpPr txBox="1"/>
          <p:nvPr>
            <p:ph idx="1" type="body"/>
          </p:nvPr>
        </p:nvSpPr>
        <p:spPr>
          <a:xfrm>
            <a:off x="311700" y="5215600"/>
            <a:ext cx="2627100" cy="135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05" name="Google Shape;505;p50"/>
          <p:cNvSpPr/>
          <p:nvPr>
            <p:ph idx="2" type="pic"/>
          </p:nvPr>
        </p:nvSpPr>
        <p:spPr>
          <a:xfrm>
            <a:off x="6205225" y="1504433"/>
            <a:ext cx="2627100" cy="3030900"/>
          </a:xfrm>
          <a:prstGeom prst="rect">
            <a:avLst/>
          </a:prstGeom>
          <a:noFill/>
          <a:ln>
            <a:noFill/>
          </a:ln>
        </p:spPr>
      </p:sp>
      <p:sp>
        <p:nvSpPr>
          <p:cNvPr id="506" name="Google Shape;506;p50"/>
          <p:cNvSpPr/>
          <p:nvPr>
            <p:ph idx="3" type="pic"/>
          </p:nvPr>
        </p:nvSpPr>
        <p:spPr>
          <a:xfrm>
            <a:off x="311725" y="1504433"/>
            <a:ext cx="2627100" cy="3030900"/>
          </a:xfrm>
          <a:prstGeom prst="rect">
            <a:avLst/>
          </a:prstGeom>
          <a:noFill/>
          <a:ln>
            <a:noFill/>
          </a:ln>
        </p:spPr>
      </p:sp>
      <p:sp>
        <p:nvSpPr>
          <p:cNvPr id="507" name="Google Shape;507;p50"/>
          <p:cNvSpPr txBox="1"/>
          <p:nvPr>
            <p:ph idx="4" type="body"/>
          </p:nvPr>
        </p:nvSpPr>
        <p:spPr>
          <a:xfrm>
            <a:off x="6205225" y="5215600"/>
            <a:ext cx="2627100" cy="135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08" name="Google Shape;508;p50"/>
          <p:cNvSpPr/>
          <p:nvPr>
            <p:ph idx="5" type="pic"/>
          </p:nvPr>
        </p:nvSpPr>
        <p:spPr>
          <a:xfrm>
            <a:off x="3255250" y="1504433"/>
            <a:ext cx="2627100" cy="3030900"/>
          </a:xfrm>
          <a:prstGeom prst="rect">
            <a:avLst/>
          </a:prstGeom>
          <a:noFill/>
          <a:ln>
            <a:noFill/>
          </a:ln>
        </p:spPr>
      </p:sp>
      <p:sp>
        <p:nvSpPr>
          <p:cNvPr id="509" name="Google Shape;509;p50"/>
          <p:cNvSpPr txBox="1"/>
          <p:nvPr>
            <p:ph idx="6" type="body"/>
          </p:nvPr>
        </p:nvSpPr>
        <p:spPr>
          <a:xfrm>
            <a:off x="3255250" y="5215600"/>
            <a:ext cx="2627100" cy="135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10" name="Google Shape;510;p50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11" name="Google Shape;511;p50"/>
          <p:cNvSpPr txBox="1"/>
          <p:nvPr>
            <p:ph idx="7" type="subTitle"/>
          </p:nvPr>
        </p:nvSpPr>
        <p:spPr>
          <a:xfrm>
            <a:off x="311725" y="4574000"/>
            <a:ext cx="2627100" cy="64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12" name="Google Shape;512;p50"/>
          <p:cNvSpPr txBox="1"/>
          <p:nvPr>
            <p:ph idx="8" type="subTitle"/>
          </p:nvPr>
        </p:nvSpPr>
        <p:spPr>
          <a:xfrm>
            <a:off x="6205225" y="4574000"/>
            <a:ext cx="2627100" cy="64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13" name="Google Shape;513;p50"/>
          <p:cNvSpPr txBox="1"/>
          <p:nvPr>
            <p:ph idx="9" type="subTitle"/>
          </p:nvPr>
        </p:nvSpPr>
        <p:spPr>
          <a:xfrm>
            <a:off x="3255250" y="4574000"/>
            <a:ext cx="2627100" cy="64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51"/>
          <p:cNvSpPr/>
          <p:nvPr>
            <p:ph idx="2" type="pic"/>
          </p:nvPr>
        </p:nvSpPr>
        <p:spPr>
          <a:xfrm>
            <a:off x="311700" y="593367"/>
            <a:ext cx="8520600" cy="5624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516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p52"/>
          <p:cNvSpPr/>
          <p:nvPr>
            <p:ph idx="2" type="pic"/>
          </p:nvPr>
        </p:nvSpPr>
        <p:spPr>
          <a:xfrm>
            <a:off x="3389600" y="158550"/>
            <a:ext cx="1643700" cy="2046900"/>
          </a:xfrm>
          <a:prstGeom prst="rect">
            <a:avLst/>
          </a:prstGeom>
          <a:noFill/>
          <a:ln>
            <a:noFill/>
          </a:ln>
        </p:spPr>
      </p:sp>
      <p:sp>
        <p:nvSpPr>
          <p:cNvPr id="518" name="Google Shape;518;p52"/>
          <p:cNvSpPr/>
          <p:nvPr>
            <p:ph idx="3" type="pic"/>
          </p:nvPr>
        </p:nvSpPr>
        <p:spPr>
          <a:xfrm>
            <a:off x="5195935" y="158550"/>
            <a:ext cx="1643700" cy="2046900"/>
          </a:xfrm>
          <a:prstGeom prst="rect">
            <a:avLst/>
          </a:prstGeom>
          <a:noFill/>
          <a:ln>
            <a:noFill/>
          </a:ln>
        </p:spPr>
      </p:sp>
      <p:sp>
        <p:nvSpPr>
          <p:cNvPr id="519" name="Google Shape;519;p52"/>
          <p:cNvSpPr/>
          <p:nvPr>
            <p:ph idx="4" type="pic"/>
          </p:nvPr>
        </p:nvSpPr>
        <p:spPr>
          <a:xfrm>
            <a:off x="7002270" y="158550"/>
            <a:ext cx="1643700" cy="2046900"/>
          </a:xfrm>
          <a:prstGeom prst="rect">
            <a:avLst/>
          </a:prstGeom>
          <a:noFill/>
          <a:ln>
            <a:noFill/>
          </a:ln>
        </p:spPr>
      </p:sp>
      <p:sp>
        <p:nvSpPr>
          <p:cNvPr id="520" name="Google Shape;520;p52"/>
          <p:cNvSpPr/>
          <p:nvPr>
            <p:ph idx="5" type="pic"/>
          </p:nvPr>
        </p:nvSpPr>
        <p:spPr>
          <a:xfrm>
            <a:off x="3389588" y="2405616"/>
            <a:ext cx="1643700" cy="2046900"/>
          </a:xfrm>
          <a:prstGeom prst="rect">
            <a:avLst/>
          </a:prstGeom>
          <a:noFill/>
          <a:ln>
            <a:noFill/>
          </a:ln>
        </p:spPr>
      </p:sp>
      <p:sp>
        <p:nvSpPr>
          <p:cNvPr id="521" name="Google Shape;521;p52"/>
          <p:cNvSpPr/>
          <p:nvPr>
            <p:ph idx="6" type="pic"/>
          </p:nvPr>
        </p:nvSpPr>
        <p:spPr>
          <a:xfrm>
            <a:off x="5195922" y="2405616"/>
            <a:ext cx="1643700" cy="2046900"/>
          </a:xfrm>
          <a:prstGeom prst="rect">
            <a:avLst/>
          </a:prstGeom>
          <a:noFill/>
          <a:ln>
            <a:noFill/>
          </a:ln>
        </p:spPr>
      </p:sp>
      <p:sp>
        <p:nvSpPr>
          <p:cNvPr id="522" name="Google Shape;522;p52"/>
          <p:cNvSpPr/>
          <p:nvPr>
            <p:ph idx="7" type="pic"/>
          </p:nvPr>
        </p:nvSpPr>
        <p:spPr>
          <a:xfrm>
            <a:off x="7002257" y="2405616"/>
            <a:ext cx="1643700" cy="2046900"/>
          </a:xfrm>
          <a:prstGeom prst="rect">
            <a:avLst/>
          </a:prstGeom>
          <a:noFill/>
          <a:ln>
            <a:noFill/>
          </a:ln>
        </p:spPr>
      </p:sp>
      <p:sp>
        <p:nvSpPr>
          <p:cNvPr id="523" name="Google Shape;523;p52"/>
          <p:cNvSpPr txBox="1"/>
          <p:nvPr>
            <p:ph type="title"/>
          </p:nvPr>
        </p:nvSpPr>
        <p:spPr>
          <a:xfrm>
            <a:off x="351550" y="593367"/>
            <a:ext cx="2596800" cy="227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24" name="Google Shape;524;p52"/>
          <p:cNvSpPr/>
          <p:nvPr>
            <p:ph idx="8" type="pic"/>
          </p:nvPr>
        </p:nvSpPr>
        <p:spPr>
          <a:xfrm>
            <a:off x="3389588" y="4652649"/>
            <a:ext cx="1643700" cy="2046900"/>
          </a:xfrm>
          <a:prstGeom prst="rect">
            <a:avLst/>
          </a:prstGeom>
          <a:noFill/>
          <a:ln>
            <a:noFill/>
          </a:ln>
        </p:spPr>
      </p:sp>
      <p:sp>
        <p:nvSpPr>
          <p:cNvPr id="525" name="Google Shape;525;p52"/>
          <p:cNvSpPr/>
          <p:nvPr>
            <p:ph idx="9" type="pic"/>
          </p:nvPr>
        </p:nvSpPr>
        <p:spPr>
          <a:xfrm>
            <a:off x="5195922" y="4652649"/>
            <a:ext cx="1643700" cy="2046900"/>
          </a:xfrm>
          <a:prstGeom prst="rect">
            <a:avLst/>
          </a:prstGeom>
          <a:noFill/>
          <a:ln>
            <a:noFill/>
          </a:ln>
        </p:spPr>
      </p:sp>
      <p:sp>
        <p:nvSpPr>
          <p:cNvPr id="526" name="Google Shape;526;p52"/>
          <p:cNvSpPr/>
          <p:nvPr>
            <p:ph idx="13" type="pic"/>
          </p:nvPr>
        </p:nvSpPr>
        <p:spPr>
          <a:xfrm>
            <a:off x="7002257" y="4652649"/>
            <a:ext cx="1643700" cy="2046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1.xml"/><Relationship Id="rId21" Type="http://schemas.openxmlformats.org/officeDocument/2006/relationships/slideLayout" Target="../slideLayouts/slideLayout32.xml"/><Relationship Id="rId22" Type="http://schemas.openxmlformats.org/officeDocument/2006/relationships/slideLayout" Target="../slideLayouts/slideLayout33.xml"/><Relationship Id="rId23" Type="http://schemas.openxmlformats.org/officeDocument/2006/relationships/slideLayout" Target="../slideLayouts/slideLayout34.xml"/><Relationship Id="rId24" Type="http://schemas.openxmlformats.org/officeDocument/2006/relationships/slideLayout" Target="../slideLayouts/slideLayout35.xml"/><Relationship Id="rId25" Type="http://schemas.openxmlformats.org/officeDocument/2006/relationships/slideLayout" Target="../slideLayouts/slideLayout36.xml"/><Relationship Id="rId26" Type="http://schemas.openxmlformats.org/officeDocument/2006/relationships/slideLayout" Target="../slideLayouts/slideLayout37.xml"/><Relationship Id="rId27" Type="http://schemas.openxmlformats.org/officeDocument/2006/relationships/slideLayout" Target="../slideLayouts/slideLayout38.xml"/><Relationship Id="rId28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40.xml"/><Relationship Id="rId3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42.xml"/><Relationship Id="rId32" Type="http://schemas.openxmlformats.org/officeDocument/2006/relationships/slideLayout" Target="../slideLayouts/slideLayout43.xml"/><Relationship Id="rId33" Type="http://schemas.openxmlformats.org/officeDocument/2006/relationships/slideLayout" Target="../slideLayouts/slideLayout44.xml"/><Relationship Id="rId34" Type="http://schemas.openxmlformats.org/officeDocument/2006/relationships/slideLayout" Target="../slideLayouts/slideLayout45.xml"/><Relationship Id="rId35" Type="http://schemas.openxmlformats.org/officeDocument/2006/relationships/slideLayout" Target="../slideLayouts/slideLayout46.xml"/><Relationship Id="rId36" Type="http://schemas.openxmlformats.org/officeDocument/2006/relationships/slideLayout" Target="../slideLayouts/slideLayout47.xml"/><Relationship Id="rId37" Type="http://schemas.openxmlformats.org/officeDocument/2006/relationships/slideLayout" Target="../slideLayouts/slideLayout48.xml"/><Relationship Id="rId38" Type="http://schemas.openxmlformats.org/officeDocument/2006/relationships/slideLayout" Target="../slideLayouts/slideLayout49.xml"/><Relationship Id="rId39" Type="http://schemas.openxmlformats.org/officeDocument/2006/relationships/slideLayout" Target="../slideLayouts/slideLayout50.xml"/><Relationship Id="rId4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3"/>
          <p:cNvSpPr txBox="1"/>
          <p:nvPr>
            <p:ph idx="12" type="sldNum"/>
          </p:nvPr>
        </p:nvSpPr>
        <p:spPr>
          <a:xfrm>
            <a:off x="8472458" y="6217623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2" name="Google Shape;82;p13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Space Grotesk"/>
              <a:buChar char="●"/>
              <a:defRPr sz="18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○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■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●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○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■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●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○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■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83" name="Google Shape;83;p13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  <p:sldLayoutId id="2147483693" r:id="rId35"/>
    <p:sldLayoutId id="2147483694" r:id="rId36"/>
    <p:sldLayoutId id="2147483695" r:id="rId37"/>
    <p:sldLayoutId id="2147483696" r:id="rId38"/>
    <p:sldLayoutId id="2147483697" r:id="rId3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159">
          <p15:clr>
            <a:srgbClr val="E46962"/>
          </p15:clr>
        </p15:guide>
        <p15:guide id="2" orient="horz" pos="227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53"/>
          <p:cNvSpPr txBox="1"/>
          <p:nvPr>
            <p:ph idx="4" type="title"/>
          </p:nvPr>
        </p:nvSpPr>
        <p:spPr>
          <a:xfrm>
            <a:off x="685537" y="2307311"/>
            <a:ext cx="7185900" cy="1062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/>
              <a:t>Telemilitary</a:t>
            </a:r>
            <a:endParaRPr/>
          </a:p>
        </p:txBody>
      </p:sp>
      <p:sp>
        <p:nvSpPr>
          <p:cNvPr id="532" name="Google Shape;532;p53"/>
          <p:cNvSpPr txBox="1"/>
          <p:nvPr>
            <p:ph type="title"/>
          </p:nvPr>
        </p:nvSpPr>
        <p:spPr>
          <a:xfrm>
            <a:off x="728524" y="3442525"/>
            <a:ext cx="7775700" cy="115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/>
              <a:t>Indie Game Telemetry &amp; Progression Balancer</a:t>
            </a:r>
            <a:endParaRPr/>
          </a:p>
        </p:txBody>
      </p:sp>
      <p:sp>
        <p:nvSpPr>
          <p:cNvPr id="533" name="Google Shape;533;p53"/>
          <p:cNvSpPr/>
          <p:nvPr/>
        </p:nvSpPr>
        <p:spPr>
          <a:xfrm>
            <a:off x="-426175" y="129900"/>
            <a:ext cx="678600" cy="6598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34" name="Google Shape;534;p53"/>
          <p:cNvSpPr/>
          <p:nvPr/>
        </p:nvSpPr>
        <p:spPr>
          <a:xfrm>
            <a:off x="8828700" y="129900"/>
            <a:ext cx="678600" cy="6598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8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p54"/>
          <p:cNvSpPr txBox="1"/>
          <p:nvPr/>
        </p:nvSpPr>
        <p:spPr>
          <a:xfrm>
            <a:off x="423523" y="96251"/>
            <a:ext cx="73152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E6E6F0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Problem Statement</a:t>
            </a:r>
            <a:endParaRPr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40" name="Google Shape;540;p54"/>
          <p:cNvSpPr/>
          <p:nvPr/>
        </p:nvSpPr>
        <p:spPr>
          <a:xfrm>
            <a:off x="524588" y="794083"/>
            <a:ext cx="2743200" cy="73200"/>
          </a:xfrm>
          <a:prstGeom prst="rect">
            <a:avLst/>
          </a:prstGeom>
          <a:solidFill>
            <a:srgbClr val="006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54"/>
          <p:cNvSpPr/>
          <p:nvPr/>
        </p:nvSpPr>
        <p:spPr>
          <a:xfrm>
            <a:off x="-274550" y="129900"/>
            <a:ext cx="678600" cy="6598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42" name="Google Shape;542;p54"/>
          <p:cNvSpPr txBox="1"/>
          <p:nvPr/>
        </p:nvSpPr>
        <p:spPr>
          <a:xfrm>
            <a:off x="391525" y="1193850"/>
            <a:ext cx="8461800" cy="502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Why balancing the game is difficult</a:t>
            </a:r>
            <a:endParaRPr b="1" sz="22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Space Grotesk"/>
              <a:buChar char="●"/>
            </a:pPr>
            <a:r>
              <a:rPr lang="en-US" sz="22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Hard to see which stages are too easy or too hard</a:t>
            </a:r>
            <a:endParaRPr sz="22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Space Grotesk"/>
              <a:buChar char="●"/>
            </a:pPr>
            <a:r>
              <a:rPr lang="en-US" sz="22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No clear insight into why players fail( memory load, time pressure, randomness)</a:t>
            </a:r>
            <a:endParaRPr sz="22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Space Grotesk"/>
              <a:buChar char="●"/>
            </a:pPr>
            <a:r>
              <a:rPr lang="en-US" sz="22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Different play styles may be treated unfairly</a:t>
            </a:r>
            <a:endParaRPr sz="22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Space Grotesk"/>
              <a:buChar char="●"/>
            </a:pPr>
            <a:r>
              <a:rPr lang="en-US" sz="22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Designers can’t </a:t>
            </a:r>
            <a:r>
              <a:rPr lang="en-US" sz="22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easily</a:t>
            </a:r>
            <a:r>
              <a:rPr lang="en-US" sz="22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 spot frustration or drop-off points</a:t>
            </a:r>
            <a:endParaRPr sz="22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What this causes</a:t>
            </a:r>
            <a:endParaRPr b="1" sz="22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Space Grotesk"/>
              <a:buChar char="●"/>
            </a:pPr>
            <a:r>
              <a:rPr lang="en-US" sz="22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Guesswork balancing</a:t>
            </a:r>
            <a:endParaRPr sz="22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Space Grotesk"/>
              <a:buChar char="●"/>
            </a:pPr>
            <a:r>
              <a:rPr lang="en-US" sz="22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Unfair </a:t>
            </a:r>
            <a:r>
              <a:rPr lang="en-US" sz="22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difficulty</a:t>
            </a:r>
            <a:r>
              <a:rPr lang="en-US" sz="22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 spikes </a:t>
            </a:r>
            <a:endParaRPr sz="22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Space Grotesk"/>
              <a:buChar char="●"/>
            </a:pPr>
            <a:r>
              <a:rPr lang="en-US" sz="22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Poor progression flow</a:t>
            </a:r>
            <a:endParaRPr sz="22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Space Grotesk"/>
              <a:buChar char="●"/>
            </a:pPr>
            <a:r>
              <a:rPr lang="en-US" sz="22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Players </a:t>
            </a:r>
            <a:r>
              <a:rPr lang="en-US" sz="22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quitting</a:t>
            </a:r>
            <a:r>
              <a:rPr lang="en-US" sz="22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 early</a:t>
            </a:r>
            <a:endParaRPr sz="22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Without telemetry, we can’t understand player behaviour, diagnose difficulty issues, or balance the game fairly.</a:t>
            </a:r>
            <a:endParaRPr sz="22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55"/>
          <p:cNvSpPr txBox="1"/>
          <p:nvPr/>
        </p:nvSpPr>
        <p:spPr>
          <a:xfrm>
            <a:off x="409088" y="81815"/>
            <a:ext cx="73152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E6E6F0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Project Goal</a:t>
            </a:r>
            <a:endParaRPr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48" name="Google Shape;548;p55"/>
          <p:cNvSpPr/>
          <p:nvPr/>
        </p:nvSpPr>
        <p:spPr>
          <a:xfrm>
            <a:off x="495715" y="779646"/>
            <a:ext cx="2743200" cy="73200"/>
          </a:xfrm>
          <a:prstGeom prst="rect">
            <a:avLst/>
          </a:prstGeom>
          <a:solidFill>
            <a:srgbClr val="006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49" name="Google Shape;549;p55"/>
          <p:cNvSpPr/>
          <p:nvPr/>
        </p:nvSpPr>
        <p:spPr>
          <a:xfrm>
            <a:off x="-274550" y="129900"/>
            <a:ext cx="678600" cy="6598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50" name="Google Shape;550;p55"/>
          <p:cNvSpPr txBox="1"/>
          <p:nvPr/>
        </p:nvSpPr>
        <p:spPr>
          <a:xfrm>
            <a:off x="391532" y="1193850"/>
            <a:ext cx="8138100" cy="47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318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Space Grotesk"/>
              <a:buChar char="●"/>
            </a:pPr>
            <a:r>
              <a:rPr lang="en-US" sz="32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A telemetry-enabled gameplay</a:t>
            </a:r>
            <a:endParaRPr sz="32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4318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Space Grotesk"/>
              <a:buChar char="●"/>
            </a:pPr>
            <a:r>
              <a:rPr lang="en-US" sz="32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Dashboard for difficulty, fairness and progression</a:t>
            </a:r>
            <a:endParaRPr sz="32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4318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Space Grotesk"/>
              <a:buChar char="●"/>
            </a:pPr>
            <a:r>
              <a:rPr lang="en-US" sz="32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Balancing suggestions + simulation</a:t>
            </a:r>
            <a:endParaRPr sz="32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4318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Space Grotesk"/>
              <a:buChar char="●"/>
            </a:pPr>
            <a:r>
              <a:rPr lang="en-US" sz="32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Extensible system for new events/stages</a:t>
            </a:r>
            <a:endParaRPr sz="32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4318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Space Grotesk"/>
              <a:buChar char="●"/>
            </a:pPr>
            <a:r>
              <a:rPr lang="en-US" sz="32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A handover pack for maintainers</a:t>
            </a:r>
            <a:endParaRPr sz="32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56"/>
          <p:cNvSpPr txBox="1"/>
          <p:nvPr/>
        </p:nvSpPr>
        <p:spPr>
          <a:xfrm>
            <a:off x="423504" y="81818"/>
            <a:ext cx="86682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rgbClr val="E6E6F0"/>
                </a:solidFill>
                <a:latin typeface="Space Grotesk"/>
                <a:ea typeface="Space Grotesk"/>
                <a:cs typeface="Space Grotesk"/>
                <a:sym typeface="Space Grotesk"/>
              </a:rPr>
              <a:t>What Was Delivered in Sprint 1</a:t>
            </a:r>
            <a:endParaRPr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56" name="Google Shape;556;p56"/>
          <p:cNvSpPr/>
          <p:nvPr/>
        </p:nvSpPr>
        <p:spPr>
          <a:xfrm>
            <a:off x="510131" y="794087"/>
            <a:ext cx="2743200" cy="73200"/>
          </a:xfrm>
          <a:prstGeom prst="rect">
            <a:avLst/>
          </a:prstGeom>
          <a:solidFill>
            <a:srgbClr val="0066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57" name="Google Shape;557;p56"/>
          <p:cNvSpPr/>
          <p:nvPr/>
        </p:nvSpPr>
        <p:spPr>
          <a:xfrm>
            <a:off x="-274550" y="129900"/>
            <a:ext cx="678600" cy="6598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58" name="Google Shape;558;p56"/>
          <p:cNvSpPr txBox="1"/>
          <p:nvPr/>
        </p:nvSpPr>
        <p:spPr>
          <a:xfrm>
            <a:off x="508225" y="1117500"/>
            <a:ext cx="8301900" cy="50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Space Grotesk"/>
              <a:buChar char="●"/>
            </a:pPr>
            <a:r>
              <a:rPr lang="en-US" sz="24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Game concept and telemetry-driven balancing problem</a:t>
            </a:r>
            <a:endParaRPr sz="24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Space Grotesk"/>
              <a:buChar char="●"/>
            </a:pPr>
            <a:r>
              <a:rPr lang="en-US" sz="24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How we capture, validate, and store telemetry events</a:t>
            </a:r>
            <a:endParaRPr sz="24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Space Grotesk"/>
              <a:buChar char="●"/>
            </a:pPr>
            <a:r>
              <a:rPr lang="en-US" sz="24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Dashboard views: funnels, spikes, progression, and fairness indicators</a:t>
            </a:r>
            <a:endParaRPr sz="24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Space Grotesk"/>
              <a:buChar char="●"/>
            </a:pPr>
            <a:r>
              <a:rPr lang="en-US" sz="24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Balancing toolkit: rule suggestions, simulation previews, and decision logging</a:t>
            </a:r>
            <a:endParaRPr sz="24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Space Grotesk"/>
              <a:buChar char="●"/>
            </a:pPr>
            <a:r>
              <a:rPr lang="en-US" sz="24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Testing, handover pack, and evaluation highlights</a:t>
            </a:r>
            <a:endParaRPr sz="24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57"/>
          <p:cNvSpPr txBox="1"/>
          <p:nvPr/>
        </p:nvSpPr>
        <p:spPr>
          <a:xfrm>
            <a:off x="437942" y="67380"/>
            <a:ext cx="73152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rgbClr val="E6E6F0"/>
                </a:solidFill>
                <a:latin typeface="Space Grotesk"/>
                <a:ea typeface="Space Grotesk"/>
                <a:cs typeface="Space Grotesk"/>
                <a:sym typeface="Space Grotesk"/>
              </a:rPr>
              <a:t>Sprint 2 Goals</a:t>
            </a:r>
            <a:endParaRPr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64" name="Google Shape;564;p57"/>
          <p:cNvSpPr/>
          <p:nvPr/>
        </p:nvSpPr>
        <p:spPr>
          <a:xfrm>
            <a:off x="524569" y="779649"/>
            <a:ext cx="2743200" cy="73200"/>
          </a:xfrm>
          <a:prstGeom prst="rect">
            <a:avLst/>
          </a:prstGeom>
          <a:solidFill>
            <a:srgbClr val="0066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65" name="Google Shape;565;p57"/>
          <p:cNvSpPr/>
          <p:nvPr/>
        </p:nvSpPr>
        <p:spPr>
          <a:xfrm>
            <a:off x="-274550" y="129900"/>
            <a:ext cx="678600" cy="6598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66" name="Google Shape;566;p57"/>
          <p:cNvSpPr txBox="1"/>
          <p:nvPr/>
        </p:nvSpPr>
        <p:spPr>
          <a:xfrm>
            <a:off x="404583" y="1015000"/>
            <a:ext cx="8580600" cy="543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000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Space Grotesk"/>
              <a:buChar char="●"/>
            </a:pPr>
            <a:r>
              <a:rPr lang="en-US" sz="27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Board &amp; Card: Dynamic grid (rows/cols); mismatch shake + replay “ghost” states, a core flip/match logic to remain unchanged</a:t>
            </a:r>
            <a:endParaRPr sz="27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4000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Space Grotesk"/>
              <a:buChar char="●"/>
            </a:pPr>
            <a:r>
              <a:rPr lang="en-US" sz="27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 Mobile layout: Stable board sizing (viewport + HUD reserve), safe areas, better controls &amp; streak UI that don’t collapse</a:t>
            </a:r>
            <a:endParaRPr sz="27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4000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Space Grotesk"/>
              <a:buChar char="●"/>
            </a:pPr>
            <a:r>
              <a:rPr lang="en-US" sz="27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Freeze &amp; timer: No mismatch penalty or timeout loss while frozen, the logic/UI is in sync and an honest telemetry</a:t>
            </a:r>
            <a:endParaRPr sz="27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4000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Space Grotesk"/>
              <a:buChar char="●"/>
            </a:pPr>
            <a:r>
              <a:rPr lang="en-US" sz="27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Stage wins:  Total tokens (stage + streak bonus); breakdown in modal; free Hint callout when it applies</a:t>
            </a:r>
            <a:endParaRPr sz="27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0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58"/>
          <p:cNvSpPr txBox="1"/>
          <p:nvPr/>
        </p:nvSpPr>
        <p:spPr>
          <a:xfrm>
            <a:off x="437942" y="81818"/>
            <a:ext cx="73152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rgbClr val="E6E6F0"/>
                </a:solidFill>
                <a:latin typeface="Space Grotesk"/>
                <a:ea typeface="Space Grotesk"/>
                <a:cs typeface="Space Grotesk"/>
                <a:sym typeface="Space Grotesk"/>
              </a:rPr>
              <a:t>Sprint 2 Deliverables</a:t>
            </a:r>
            <a:endParaRPr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72" name="Google Shape;572;p58"/>
          <p:cNvSpPr/>
          <p:nvPr/>
        </p:nvSpPr>
        <p:spPr>
          <a:xfrm>
            <a:off x="524569" y="794087"/>
            <a:ext cx="2743200" cy="73200"/>
          </a:xfrm>
          <a:prstGeom prst="rect">
            <a:avLst/>
          </a:prstGeom>
          <a:solidFill>
            <a:srgbClr val="0066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73" name="Google Shape;573;p58"/>
          <p:cNvSpPr/>
          <p:nvPr/>
        </p:nvSpPr>
        <p:spPr>
          <a:xfrm>
            <a:off x="-274550" y="129900"/>
            <a:ext cx="678600" cy="6598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74" name="Google Shape;574;p58"/>
          <p:cNvSpPr txBox="1"/>
          <p:nvPr/>
        </p:nvSpPr>
        <p:spPr>
          <a:xfrm>
            <a:off x="508225" y="1117500"/>
            <a:ext cx="8301900" cy="50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Space Grotesk"/>
              <a:buChar char="●"/>
            </a:pPr>
            <a:r>
              <a:rPr lang="en-US" sz="24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Playable browser memory game with 10 stages across easy/balanced/hard configs</a:t>
            </a:r>
            <a:endParaRPr sz="24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Space Grotesk"/>
              <a:buChar char="●"/>
            </a:pPr>
            <a:r>
              <a:rPr lang="en-US" sz="24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Telemetry pipeline captures and validates gameplay events in Flask + SQLite</a:t>
            </a:r>
            <a:endParaRPr sz="24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Space Grotesk"/>
              <a:buChar char="●"/>
            </a:pPr>
            <a:r>
              <a:rPr lang="en-US" sz="24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Designer dashboard supports funnel, spikes, progression, fairness, and comparison views</a:t>
            </a:r>
            <a:endParaRPr sz="24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Space Grotesk"/>
              <a:buChar char="●"/>
            </a:pPr>
            <a:r>
              <a:rPr lang="en-US" sz="24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Rule-based balancing toolkit with simulation and decision logging</a:t>
            </a:r>
            <a:endParaRPr sz="32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59"/>
          <p:cNvSpPr txBox="1"/>
          <p:nvPr/>
        </p:nvSpPr>
        <p:spPr>
          <a:xfrm>
            <a:off x="409066" y="125132"/>
            <a:ext cx="73152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E6E6F0"/>
                </a:solidFill>
                <a:latin typeface="Space Grotesk"/>
                <a:ea typeface="Space Grotesk"/>
                <a:cs typeface="Space Grotesk"/>
                <a:sym typeface="Space Grotesk"/>
              </a:rPr>
              <a:t>Architecture</a:t>
            </a:r>
            <a:endParaRPr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80" name="Google Shape;580;p59"/>
          <p:cNvSpPr/>
          <p:nvPr/>
        </p:nvSpPr>
        <p:spPr>
          <a:xfrm>
            <a:off x="495693" y="837401"/>
            <a:ext cx="2743200" cy="73200"/>
          </a:xfrm>
          <a:prstGeom prst="rect">
            <a:avLst/>
          </a:prstGeom>
          <a:solidFill>
            <a:srgbClr val="006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81" name="Google Shape;581;p59"/>
          <p:cNvSpPr/>
          <p:nvPr/>
        </p:nvSpPr>
        <p:spPr>
          <a:xfrm>
            <a:off x="-274550" y="129900"/>
            <a:ext cx="678600" cy="6598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82" name="Google Shape;582;p59"/>
          <p:cNvSpPr txBox="1"/>
          <p:nvPr/>
        </p:nvSpPr>
        <p:spPr>
          <a:xfrm>
            <a:off x="391525" y="962844"/>
            <a:ext cx="4866600" cy="566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Client(Game Frontend)</a:t>
            </a:r>
            <a:endParaRPr b="1" sz="15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Space Grotesk"/>
              <a:buChar char="●"/>
            </a:pPr>
            <a:r>
              <a:rPr b="1" lang="en-US" sz="15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Game engine + UI</a:t>
            </a:r>
            <a:endParaRPr b="1" sz="15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Space Grotesk"/>
              <a:buChar char="●"/>
            </a:pPr>
            <a:r>
              <a:rPr b="1" lang="en-US" sz="15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Stage config loader</a:t>
            </a:r>
            <a:endParaRPr b="1" sz="15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Space Grotesk"/>
              <a:buChar char="●"/>
            </a:pPr>
            <a:r>
              <a:rPr b="1" lang="en-US" sz="15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Telemetry client (sends events)</a:t>
            </a:r>
            <a:endParaRPr b="1" sz="15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Server (Backend Logic)</a:t>
            </a:r>
            <a:endParaRPr b="1" sz="15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Space Grotesk"/>
              <a:buChar char="●"/>
            </a:pPr>
            <a:r>
              <a:rPr b="1" lang="en-US" sz="15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Telemetry processing</a:t>
            </a:r>
            <a:endParaRPr b="1" sz="15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Space Grotesk"/>
              <a:buChar char="●"/>
            </a:pPr>
            <a:r>
              <a:rPr b="1" lang="en-US" sz="15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Metrics + difficulty analysis</a:t>
            </a:r>
            <a:endParaRPr b="1" sz="15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Space Grotesk"/>
              <a:buChar char="●"/>
            </a:pPr>
            <a:r>
              <a:rPr b="1" lang="en-US" sz="15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Balancing logic + suggestions</a:t>
            </a:r>
            <a:endParaRPr b="1" sz="15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Space Grotesk"/>
              <a:buChar char="●"/>
            </a:pPr>
            <a:r>
              <a:rPr b="1" lang="en-US" sz="15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Session + game config management</a:t>
            </a:r>
            <a:endParaRPr b="1" sz="15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Shared Layer</a:t>
            </a:r>
            <a:endParaRPr b="1" sz="15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Space Grotesk"/>
              <a:buChar char="●"/>
            </a:pPr>
            <a:r>
              <a:rPr b="1" lang="en-US" sz="15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Shared types</a:t>
            </a:r>
            <a:endParaRPr b="1" sz="15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Space Grotesk"/>
              <a:buChar char="●"/>
            </a:pPr>
            <a:r>
              <a:rPr b="1" lang="en-US" sz="15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Stage configs</a:t>
            </a:r>
            <a:endParaRPr b="1" sz="15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Space Grotesk"/>
              <a:buChar char="●"/>
            </a:pPr>
            <a:r>
              <a:rPr b="1" lang="en-US" sz="15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Telemetry shapes</a:t>
            </a:r>
            <a:endParaRPr b="1" sz="15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Data Models</a:t>
            </a:r>
            <a:endParaRPr b="1" sz="15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Space Grotesk"/>
              <a:buChar char="●"/>
            </a:pPr>
            <a:r>
              <a:rPr b="1" lang="en-US" sz="15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Stages</a:t>
            </a:r>
            <a:endParaRPr b="1" sz="15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Space Grotesk"/>
              <a:buChar char="●"/>
            </a:pPr>
            <a:r>
              <a:rPr b="1" lang="en-US" sz="15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Events</a:t>
            </a:r>
            <a:endParaRPr b="1" sz="15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Space Grotesk"/>
              <a:buChar char="●"/>
            </a:pPr>
            <a:r>
              <a:rPr b="1" lang="en-US" sz="15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Sessions</a:t>
            </a:r>
            <a:endParaRPr b="1" sz="15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Space Grotesk"/>
              <a:buChar char="●"/>
            </a:pPr>
            <a:r>
              <a:rPr b="1" lang="en-US" sz="15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Decisions</a:t>
            </a:r>
            <a:endParaRPr b="1" sz="15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Space Grotesk"/>
              <a:buChar char="●"/>
            </a:pPr>
            <a:r>
              <a:rPr b="1" lang="en-US" sz="15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Balancing rules</a:t>
            </a:r>
            <a:endParaRPr b="1" sz="15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583" name="Google Shape;583;p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64841" y="0"/>
            <a:ext cx="4779169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60"/>
          <p:cNvSpPr txBox="1"/>
          <p:nvPr/>
        </p:nvSpPr>
        <p:spPr>
          <a:xfrm>
            <a:off x="351324" y="110675"/>
            <a:ext cx="9079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E6E6F0"/>
                </a:solidFill>
                <a:latin typeface="Space Grotesk"/>
                <a:ea typeface="Space Grotesk"/>
                <a:cs typeface="Space Grotesk"/>
                <a:sym typeface="Space Grotesk"/>
              </a:rPr>
              <a:t>Results vs Success Criteria</a:t>
            </a:r>
            <a:endParaRPr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89" name="Google Shape;589;p60"/>
          <p:cNvSpPr/>
          <p:nvPr/>
        </p:nvSpPr>
        <p:spPr>
          <a:xfrm>
            <a:off x="481268" y="779639"/>
            <a:ext cx="2743200" cy="73200"/>
          </a:xfrm>
          <a:prstGeom prst="rect">
            <a:avLst/>
          </a:prstGeom>
          <a:solidFill>
            <a:srgbClr val="006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90" name="Google Shape;590;p60"/>
          <p:cNvSpPr/>
          <p:nvPr/>
        </p:nvSpPr>
        <p:spPr>
          <a:xfrm>
            <a:off x="-274550" y="129900"/>
            <a:ext cx="678600" cy="6598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91" name="Google Shape;591;p60"/>
          <p:cNvSpPr txBox="1"/>
          <p:nvPr/>
        </p:nvSpPr>
        <p:spPr>
          <a:xfrm>
            <a:off x="421586" y="944247"/>
            <a:ext cx="8316300" cy="51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191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alibri"/>
              <a:buChar char="●"/>
            </a:pPr>
            <a:r>
              <a:rPr b="1" lang="en-US" sz="30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Difficulty Spikes</a:t>
            </a:r>
            <a:r>
              <a:rPr lang="en-US" sz="30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: The system can correctly flag hard stages</a:t>
            </a:r>
            <a:endParaRPr sz="30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4191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alibri"/>
              <a:buChar char="●"/>
            </a:pPr>
            <a:r>
              <a:rPr b="1" lang="en-US" sz="30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Fairness</a:t>
            </a:r>
            <a:r>
              <a:rPr lang="en-US" sz="30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: It can detect large gaps between player types</a:t>
            </a:r>
            <a:endParaRPr sz="30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4191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alibri"/>
              <a:buChar char="●"/>
            </a:pPr>
            <a:r>
              <a:rPr b="1" lang="en-US" sz="30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Balancing Impact</a:t>
            </a:r>
            <a:r>
              <a:rPr lang="en-US" sz="30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: Suggested changes helps to reduce fail rate and improve play progression</a:t>
            </a:r>
            <a:endParaRPr sz="30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4191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alibri"/>
              <a:buChar char="●"/>
            </a:pPr>
            <a:r>
              <a:rPr b="1" lang="en-US" sz="30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Progression Flow</a:t>
            </a:r>
            <a:r>
              <a:rPr lang="en-US" sz="30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: A </a:t>
            </a:r>
            <a:r>
              <a:rPr lang="en-US" sz="30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-US" sz="30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smoother funnel between stages </a:t>
            </a:r>
            <a:endParaRPr sz="30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4191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alibri"/>
              <a:buChar char="●"/>
            </a:pPr>
            <a:r>
              <a:rPr b="1" lang="en-US" sz="30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Usability</a:t>
            </a:r>
            <a:r>
              <a:rPr lang="en-US" sz="30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: Designers can identify issues </a:t>
            </a:r>
            <a:r>
              <a:rPr lang="en-US" sz="30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quickly</a:t>
            </a:r>
            <a:r>
              <a:rPr lang="en-US" sz="30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 via UI sections</a:t>
            </a:r>
            <a:endParaRPr sz="30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5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p61"/>
          <p:cNvSpPr txBox="1"/>
          <p:nvPr/>
        </p:nvSpPr>
        <p:spPr>
          <a:xfrm>
            <a:off x="351327" y="110683"/>
            <a:ext cx="73152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rgbClr val="E6E6F0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 Handover Pack</a:t>
            </a:r>
            <a:endParaRPr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97" name="Google Shape;597;p61"/>
          <p:cNvSpPr/>
          <p:nvPr/>
        </p:nvSpPr>
        <p:spPr>
          <a:xfrm>
            <a:off x="481268" y="779639"/>
            <a:ext cx="2743200" cy="73200"/>
          </a:xfrm>
          <a:prstGeom prst="rect">
            <a:avLst/>
          </a:prstGeom>
          <a:solidFill>
            <a:srgbClr val="0066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98" name="Google Shape;598;p61"/>
          <p:cNvSpPr/>
          <p:nvPr/>
        </p:nvSpPr>
        <p:spPr>
          <a:xfrm>
            <a:off x="-274550" y="129900"/>
            <a:ext cx="678600" cy="6598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99" name="Google Shape;599;p61"/>
          <p:cNvSpPr txBox="1"/>
          <p:nvPr/>
        </p:nvSpPr>
        <p:spPr>
          <a:xfrm>
            <a:off x="481275" y="1059750"/>
            <a:ext cx="8316300" cy="51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The handover pack is a single document meant for anyone else who takes over the project in the future. Outlining how they could extend the system</a:t>
            </a:r>
            <a:endParaRPr b="1" sz="30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0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Within the `docs` folder under the name `handover-pack`</a:t>
            </a:r>
            <a:endParaRPr b="1" sz="30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p62"/>
          <p:cNvSpPr txBox="1"/>
          <p:nvPr/>
        </p:nvSpPr>
        <p:spPr>
          <a:xfrm>
            <a:off x="351327" y="110683"/>
            <a:ext cx="73152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rgbClr val="E6E6F0"/>
                </a:solidFill>
                <a:latin typeface="Space Grotesk"/>
                <a:ea typeface="Space Grotesk"/>
                <a:cs typeface="Space Grotesk"/>
                <a:sym typeface="Space Grotesk"/>
              </a:rPr>
              <a:t>New event type</a:t>
            </a:r>
            <a:endParaRPr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605" name="Google Shape;605;p62"/>
          <p:cNvSpPr/>
          <p:nvPr/>
        </p:nvSpPr>
        <p:spPr>
          <a:xfrm>
            <a:off x="481268" y="779639"/>
            <a:ext cx="2743200" cy="73200"/>
          </a:xfrm>
          <a:prstGeom prst="rect">
            <a:avLst/>
          </a:prstGeom>
          <a:solidFill>
            <a:srgbClr val="0066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606" name="Google Shape;606;p62"/>
          <p:cNvSpPr/>
          <p:nvPr/>
        </p:nvSpPr>
        <p:spPr>
          <a:xfrm>
            <a:off x="-274550" y="129900"/>
            <a:ext cx="678600" cy="6598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607" name="Google Shape;607;p62"/>
          <p:cNvSpPr txBox="1"/>
          <p:nvPr/>
        </p:nvSpPr>
        <p:spPr>
          <a:xfrm>
            <a:off x="493775" y="1059750"/>
            <a:ext cx="8316300" cy="51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000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Space Grotesk"/>
              <a:buChar char="●"/>
            </a:pPr>
            <a:r>
              <a:rPr b="1" lang="en-US" sz="27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Add event name in backend/models.py  -&gt; EventType</a:t>
            </a:r>
            <a:endParaRPr b="1" sz="27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4000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Space Grotesk"/>
              <a:buChar char="●"/>
            </a:pPr>
            <a:r>
              <a:rPr b="1" lang="en-US" sz="27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Define required keys in backend/logic/telemetry.p</a:t>
            </a:r>
            <a:r>
              <a:rPr b="1" lang="en-US" sz="27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y -&gt; required_payload_fields</a:t>
            </a:r>
            <a:endParaRPr b="1" sz="27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4000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Space Grotesk"/>
              <a:buChar char="●"/>
            </a:pPr>
            <a:r>
              <a:rPr b="1" lang="en-US" sz="27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Emit event from client/src/pages/Game.jsx -&gt; trackEvent(...)</a:t>
            </a:r>
            <a:endParaRPr b="1" sz="27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4000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Space Grotesk"/>
              <a:buChar char="●"/>
            </a:pPr>
            <a:r>
              <a:rPr b="1" lang="en-US" sz="27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optionally, backend/tests/test_events.py &amp; data/seed_telemetry.py</a:t>
            </a:r>
            <a:endParaRPr b="1" sz="27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p63"/>
          <p:cNvSpPr txBox="1"/>
          <p:nvPr/>
        </p:nvSpPr>
        <p:spPr>
          <a:xfrm>
            <a:off x="423513" y="182877"/>
            <a:ext cx="112884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E6E6F0"/>
                </a:solidFill>
                <a:latin typeface="Space Grotesk"/>
                <a:ea typeface="Space Grotesk"/>
                <a:cs typeface="Space Grotesk"/>
                <a:sym typeface="Space Grotesk"/>
              </a:rPr>
              <a:t>Evaluation </a:t>
            </a:r>
            <a:r>
              <a:rPr b="1" lang="en-US" sz="36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Highlights and Limitations</a:t>
            </a:r>
            <a:endParaRPr b="1" sz="6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613" name="Google Shape;613;p63"/>
          <p:cNvSpPr/>
          <p:nvPr/>
        </p:nvSpPr>
        <p:spPr>
          <a:xfrm>
            <a:off x="539020" y="794077"/>
            <a:ext cx="2743200" cy="73200"/>
          </a:xfrm>
          <a:prstGeom prst="rect">
            <a:avLst/>
          </a:prstGeom>
          <a:solidFill>
            <a:srgbClr val="0066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614" name="Google Shape;614;p63"/>
          <p:cNvSpPr/>
          <p:nvPr/>
        </p:nvSpPr>
        <p:spPr>
          <a:xfrm>
            <a:off x="-274550" y="129900"/>
            <a:ext cx="678600" cy="6598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615" name="Google Shape;615;p63"/>
          <p:cNvSpPr txBox="1"/>
          <p:nvPr/>
        </p:nvSpPr>
        <p:spPr>
          <a:xfrm>
            <a:off x="522650" y="1088625"/>
            <a:ext cx="8446200" cy="534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Space Grotesk"/>
              <a:buChar char="●"/>
            </a:pPr>
            <a:r>
              <a:rPr lang="en-US" sz="24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Detection validity: rules identify known difficult stages in seeded data</a:t>
            </a:r>
            <a:endParaRPr sz="24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Space Grotesk"/>
              <a:buChar char="●"/>
            </a:pPr>
            <a:r>
              <a:rPr lang="en-US" sz="24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Fairness analysis: segment gaps are measurable and can drive mitigations</a:t>
            </a:r>
            <a:endParaRPr sz="24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Space Grotesk"/>
              <a:buChar char="●"/>
            </a:pPr>
            <a:r>
              <a:rPr lang="en-US" sz="24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Balancing effectiveness: simulation previews expected progression improvements</a:t>
            </a:r>
            <a:endParaRPr sz="24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Space Grotesk"/>
              <a:buChar char="●"/>
            </a:pPr>
            <a:r>
              <a:rPr lang="en-US" sz="24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Limitation: simulation is lightweight and should be validated with further playtesting</a:t>
            </a:r>
            <a:endParaRPr sz="24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Space Grotesk"/>
              <a:buChar char="●"/>
            </a:pPr>
            <a:r>
              <a:rPr lang="en-US" sz="24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Limitation: final manual testing evidence should be packaged in testing_evidence.pdf</a:t>
            </a:r>
            <a:endParaRPr sz="32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9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p64"/>
          <p:cNvSpPr txBox="1"/>
          <p:nvPr/>
        </p:nvSpPr>
        <p:spPr>
          <a:xfrm>
            <a:off x="437950" y="182877"/>
            <a:ext cx="8734800" cy="6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700">
                <a:solidFill>
                  <a:srgbClr val="E6E6F0"/>
                </a:solidFill>
                <a:latin typeface="Space Grotesk"/>
                <a:ea typeface="Space Grotesk"/>
                <a:cs typeface="Space Grotesk"/>
                <a:sym typeface="Space Grotesk"/>
              </a:rPr>
              <a:t>Potential Risks and the Next Steps</a:t>
            </a:r>
            <a:endParaRPr sz="700"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621" name="Google Shape;621;p64"/>
          <p:cNvSpPr/>
          <p:nvPr/>
        </p:nvSpPr>
        <p:spPr>
          <a:xfrm>
            <a:off x="539020" y="794077"/>
            <a:ext cx="2743200" cy="73200"/>
          </a:xfrm>
          <a:prstGeom prst="rect">
            <a:avLst/>
          </a:prstGeom>
          <a:solidFill>
            <a:srgbClr val="0066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622" name="Google Shape;622;p64"/>
          <p:cNvSpPr/>
          <p:nvPr/>
        </p:nvSpPr>
        <p:spPr>
          <a:xfrm>
            <a:off x="-274550" y="129900"/>
            <a:ext cx="678600" cy="6598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623" name="Google Shape;623;p64"/>
          <p:cNvSpPr txBox="1"/>
          <p:nvPr/>
        </p:nvSpPr>
        <p:spPr>
          <a:xfrm>
            <a:off x="522650" y="1088625"/>
            <a:ext cx="8446200" cy="534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Space Grotesk"/>
              <a:buChar char="●"/>
            </a:pPr>
            <a:r>
              <a:rPr lang="en-US" sz="24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Risk: over-tuning for one segment can hurt fairness for others</a:t>
            </a:r>
            <a:endParaRPr sz="24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Space Grotesk"/>
              <a:buChar char="●"/>
            </a:pPr>
            <a:r>
              <a:rPr lang="en-US" sz="24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Risk: telemetry quality degrades insight quality if validation rules are bypassed</a:t>
            </a:r>
            <a:endParaRPr sz="24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Space Grotesk"/>
              <a:buChar char="●"/>
            </a:pPr>
            <a:r>
              <a:rPr lang="en-US" sz="24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Next step: continue scenario-based balancing cycles with decision audit trail</a:t>
            </a:r>
            <a:endParaRPr sz="24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Space Grotesk"/>
              <a:buChar char="●"/>
            </a:pPr>
            <a:r>
              <a:rPr lang="en-US" sz="24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Next step: extend manual E2E evidence pack and maintainer runbook details</a:t>
            </a:r>
            <a:endParaRPr sz="24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7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65"/>
          <p:cNvSpPr txBox="1"/>
          <p:nvPr/>
        </p:nvSpPr>
        <p:spPr>
          <a:xfrm>
            <a:off x="885521" y="2028625"/>
            <a:ext cx="7315200" cy="18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 sz="3600" b="1"/>
            </a:pPr>
            <a:r>
              <a:t>Q&amp;A — Thank You!</a:t>
            </a:r>
            <a:endParaRPr b="1" sz="7200">
              <a:solidFill>
                <a:srgbClr val="E6E6F0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629" name="Google Shape;629;p65"/>
          <p:cNvSpPr/>
          <p:nvPr/>
        </p:nvSpPr>
        <p:spPr>
          <a:xfrm>
            <a:off x="3157086" y="3161888"/>
            <a:ext cx="2743200" cy="73200"/>
          </a:xfrm>
          <a:prstGeom prst="rect">
            <a:avLst/>
          </a:prstGeom>
          <a:solidFill>
            <a:srgbClr val="006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630" name="Google Shape;630;p65"/>
          <p:cNvSpPr/>
          <p:nvPr/>
        </p:nvSpPr>
        <p:spPr>
          <a:xfrm>
            <a:off x="-274550" y="129900"/>
            <a:ext cx="678600" cy="6598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631" name="Google Shape;631;p65"/>
          <p:cNvSpPr/>
          <p:nvPr/>
        </p:nvSpPr>
        <p:spPr>
          <a:xfrm>
            <a:off x="8757157" y="129896"/>
            <a:ext cx="678600" cy="6598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632" name="TextBox 631"/>
          <p:cNvSpPr txBox="1"/>
          <p:nvPr/>
        </p:nvSpPr>
        <p:spPr>
          <a:xfrm>
            <a:off x="914400" y="228600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738B7"/>
                </a:solidFill>
              </a:defRPr>
            </a:pPr>
            <a:r>
              <a:t>Key Metrics at a Glance:</a:t>
            </a:r>
          </a:p>
          <a:p>
            <a:pPr algn="l">
              <a:defRPr sz="1300" b="0">
                <a:solidFill>
                  <a:srgbClr val="333333"/>
                </a:solidFill>
              </a:defRPr>
            </a:pPr>
            <a:r>
              <a:t>• 10 stages × 3 difficulty configs × 15 event types</a:t>
            </a:r>
          </a:p>
          <a:p>
            <a:pPr algn="l">
              <a:defRPr sz="1300" b="0">
                <a:solidFill>
                  <a:srgbClr val="333333"/>
                </a:solidFill>
              </a:defRPr>
            </a:pPr>
            <a:r>
              <a:t>• 600 sessions, 102 pseudonymous users, 150+ anomalies in seeded data</a:t>
            </a:r>
          </a:p>
          <a:p>
            <a:pPr algn="l">
              <a:defRPr sz="1300" b="0">
                <a:solidFill>
                  <a:srgbClr val="333333"/>
                </a:solidFill>
              </a:defRPr>
            </a:pPr>
            <a:r>
              <a:t>• 37 automated tests + 8 manual E2E scenarios</a:t>
            </a:r>
          </a:p>
          <a:p>
            <a:pPr algn="l">
              <a:defRPr sz="1300" b="0">
                <a:solidFill>
                  <a:srgbClr val="333333"/>
                </a:solidFill>
              </a:defRPr>
            </a:pPr>
            <a:r>
              <a:t>• 4 analytics views: funnel, spikes, progression, fairness</a:t>
            </a:r>
          </a:p>
          <a:p>
            <a:pPr algn="l">
              <a:defRPr sz="1300" b="0">
                <a:solidFill>
                  <a:srgbClr val="666666"/>
                </a:solidFill>
              </a:defRPr>
            </a:pPr>
          </a:p>
          <a:p>
            <a:pPr algn="l">
              <a:defRPr sz="1300" b="0">
                <a:solidFill>
                  <a:srgbClr val="333333"/>
                </a:solidFill>
              </a:defRPr>
            </a:pPr>
            <a:r>
              <a:t>• Demo: https://telemilitary-1.onrender.com/</a:t>
            </a:r>
          </a:p>
          <a:p>
            <a:pPr algn="l">
              <a:defRPr sz="1300" b="0">
                <a:solidFill>
                  <a:srgbClr val="333333"/>
                </a:solidFill>
              </a:defRPr>
            </a:pPr>
            <a:r>
              <a:t>• Repo: github.com/laraeksi/Telemilitary (tag: v1.0.0-cw2)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6738B7"/>
                </a:solidFill>
              </a:defRPr>
            </a:pPr>
            <a:r>
              <a:t>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33333"/>
                </a:solidFill>
              </a:defRPr>
            </a:pPr>
            <a:r>
              <a:t>automated tests passing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3716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6738B7"/>
                </a:solidFill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2011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33333"/>
                </a:solidFill>
              </a:defRPr>
            </a:pPr>
            <a:r>
              <a:t>test files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371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6738B7"/>
                </a:solidFill>
              </a:defRPr>
            </a:pPr>
            <a: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011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33333"/>
                </a:solidFill>
              </a:defRPr>
            </a:pPr>
            <a:r>
              <a:t>manual E2E scenarios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51760"/>
            <a:ext cx="749807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</a:defRPr>
            </a:pPr>
            <a:r>
              <a:t>Test Coverage Breakdown:</a:t>
            </a:r>
          </a:p>
          <a:p>
            <a:pPr algn="l">
              <a:defRPr sz="1100" b="0">
                <a:solidFill>
                  <a:srgbClr val="666666"/>
                </a:solidFill>
              </a:defRPr>
            </a:pPr>
            <a:r>
              <a:t>• test_auth.py (6) — Registration, login, password validation</a:t>
            </a:r>
          </a:p>
          <a:p>
            <a:pPr algn="l">
              <a:defRPr sz="1100" b="0">
                <a:solidFill>
                  <a:srgbClr val="666666"/>
                </a:solidFill>
              </a:defRPr>
            </a:pPr>
            <a:r>
              <a:t>• test_rbac.py (9) — Player/viewer/designer access control</a:t>
            </a:r>
          </a:p>
          <a:p>
            <a:pPr algn="l">
              <a:defRPr sz="1100" b="0">
                <a:solidFill>
                  <a:srgbClr val="666666"/>
                </a:solidFill>
              </a:defRPr>
            </a:pPr>
            <a:r>
              <a:t>• test_events.py (8) — Telemetry event validation &amp; edge cases</a:t>
            </a:r>
          </a:p>
          <a:p>
            <a:pPr algn="l">
              <a:defRPr sz="1100" b="0">
                <a:solidFill>
                  <a:srgbClr val="666666"/>
                </a:solidFill>
              </a:defRPr>
            </a:pPr>
            <a:r>
              <a:t>• test_export.py (3) — CSV export headers, content, filtering</a:t>
            </a:r>
          </a:p>
          <a:p>
            <a:pPr algn="l">
              <a:defRPr sz="1100" b="0">
                <a:solidFill>
                  <a:srgbClr val="666666"/>
                </a:solidFill>
              </a:defRPr>
            </a:pPr>
            <a:r>
              <a:t>• test_sessions.py (3) — Session start, end, summary</a:t>
            </a:r>
          </a:p>
          <a:p>
            <a:pPr algn="l">
              <a:defRPr sz="1100" b="0">
                <a:solidFill>
                  <a:srgbClr val="666666"/>
                </a:solidFill>
              </a:defRPr>
            </a:pPr>
            <a:r>
              <a:t>• test_balancing.py (2) — Suggestions &amp; simulation</a:t>
            </a:r>
          </a:p>
          <a:p>
            <a:pPr algn="l">
              <a:defRPr sz="1100" b="0">
                <a:solidFill>
                  <a:srgbClr val="666666"/>
                </a:solidFill>
              </a:defRPr>
            </a:pPr>
            <a:r>
              <a:t>• test_ingestion.py (2) — Event storage &amp; anomaly logging</a:t>
            </a:r>
          </a:p>
          <a:p>
            <a:pPr algn="l">
              <a:defRPr sz="1100" b="0">
                <a:solidFill>
                  <a:srgbClr val="666666"/>
                </a:solidFill>
              </a:defRPr>
            </a:pPr>
            <a:r>
              <a:t>• test_metrics.py (4) — Funnel, stats, progression, fairness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Application Screenshots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Team Contributions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3657600"/>
              </a:tblGrid>
              <a:tr h="51435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Member</a:t>
                      </a:r>
                    </a:p>
                  </a:txBody>
                  <a:tcPr>
                    <a:solidFill>
                      <a:srgbClr val="6738B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6738B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Key Contributions</a:t>
                      </a:r>
                    </a:p>
                  </a:txBody>
                  <a:tcPr>
                    <a:solidFill>
                      <a:srgbClr val="6738B7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Lara Eksi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Project Lead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Coordination, report, ethics, process docs</a:t>
                      </a:r>
                    </a:p>
                  </a:txBody>
                  <a:tcPr/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John Jerome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Backend Lead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Flask API, telemetry pipeline, metrics logic</a:t>
                      </a:r>
                    </a:p>
                  </a:txBody>
                  <a:tcPr/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Siddhant Krishnan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Backend Dev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Balancing simulation, seed data, testing</a:t>
                      </a:r>
                    </a:p>
                  </a:txBody>
                  <a:tcPr/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George Littler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Frontend Lead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React game engine, board, HUD, stages</a:t>
                      </a:r>
                    </a:p>
                  </a:txBody>
                  <a:tcPr/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Kimberly Emuophedaro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Frontend Dev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Dashboard, designer views, RBAC UI</a:t>
                      </a:r>
                    </a:p>
                  </a:txBody>
                  <a:tcPr/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Angel Gebretensai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Testing/Docs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Manual E2E testing, handover docs</a:t>
                      </a:r>
                    </a:p>
                  </a:txBody>
                  <a:tcPr/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Su Bektas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Testing/Docs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Security checklist, risk register, presentation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Demo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https://telemilitary-1.onrender.com/</a:t>
            </a:r>
          </a:p>
          <a:p/>
          <a:p>
            <a:r>
              <a:t>GitHub: github.com/laraeksi/Telemilitary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434343"/>
      </a:lt1>
      <a:dk2>
        <a:srgbClr val="B7B7B7"/>
      </a:dk2>
      <a:lt2>
        <a:srgbClr val="E7E7E7"/>
      </a:lt2>
      <a:accent1>
        <a:srgbClr val="007E6C"/>
      </a:accent1>
      <a:accent2>
        <a:srgbClr val="00E58E"/>
      </a:accent2>
      <a:accent3>
        <a:srgbClr val="CF94B4"/>
      </a:accent3>
      <a:accent4>
        <a:srgbClr val="F6B5D3"/>
      </a:accent4>
      <a:accent5>
        <a:srgbClr val="FFF269"/>
      </a:accent5>
      <a:accent6>
        <a:srgbClr val="F8ED89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