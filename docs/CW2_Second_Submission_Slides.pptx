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000" b="1">
                <a:solidFill>
                  <a:srgbClr val="0F172A"/>
                </a:solidFill>
              </a:defRPr>
            </a:pPr>
            <a:r>
              <a:t>Telemilitary - CW2 Final Submission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000">
                <a:solidFill>
                  <a:srgbClr val="1E293B"/>
                </a:solidFill>
              </a:defRPr>
            </a:pPr>
            <a:r>
              <a:t>COMM2020 Project 7 | Indie Game Telemetry and Fair Progression Balancer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F172A"/>
                </a:solidFill>
              </a:defRPr>
            </a:pPr>
            <a:r>
              <a:t>1. What We Delivered in Sprint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>
                <a:solidFill>
                  <a:srgbClr val="1E293B"/>
                </a:solidFill>
              </a:defRPr>
            </a:pPr>
            <a:r>
              <a:t>Playable browser memory game with 10 stages across easy/balanced/hard configs</a:t>
            </a:r>
          </a:p>
          <a:p>
            <a:pPr>
              <a:defRPr sz="2400">
                <a:solidFill>
                  <a:srgbClr val="1E293B"/>
                </a:solidFill>
              </a:defRPr>
            </a:pPr>
            <a:r>
              <a:t>Telemetry pipeline captures and validates gameplay events in Flask + SQLite</a:t>
            </a:r>
          </a:p>
          <a:p>
            <a:pPr>
              <a:defRPr sz="2400">
                <a:solidFill>
                  <a:srgbClr val="1E293B"/>
                </a:solidFill>
              </a:defRPr>
            </a:pPr>
            <a:r>
              <a:t>Designer dashboard supports funnel, spikes, progression, fairness, and comparison views</a:t>
            </a:r>
          </a:p>
          <a:p>
            <a:pPr>
              <a:defRPr sz="2400">
                <a:solidFill>
                  <a:srgbClr val="1E293B"/>
                </a:solidFill>
              </a:defRPr>
            </a:pPr>
            <a:r>
              <a:t>Rule-based balancing toolkit with simulation and decision logging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i="1">
                <a:solidFill>
                  <a:srgbClr val="2563EB"/>
                </a:solidFill>
              </a:defRPr>
            </a:pPr>
            <a:r>
              <a:t>Live demo focus: game -&gt; telemetry -&gt; dashboard -&gt; balancing decision.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F172A"/>
                </a:solidFill>
              </a:defRPr>
            </a:pPr>
            <a:r>
              <a:t>2. CW2 Specification Alignment (Core)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280160"/>
          <a:ext cx="114300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73152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Spec requirement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Project status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Evidence in this build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10+ stages + 3 mechanics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Met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10-stage progression, timer/moves, powerups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12+ telemetry event types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Met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15 documented event types in shared schema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Dashboard with fairness + comparisons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Met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Dashboard pages and metrics endpoints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6+ balancing rules + simulation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Met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6 rules in balancing logic + /simulate route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RBAC and pseudonymous telemetry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Met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Designer login and role checks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852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2563EB"/>
                </a:solidFill>
              </a:defRPr>
            </a:pPr>
            <a:r>
              <a:t>All points trace to current repository implementation and docs.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F172A"/>
                </a:solidFill>
              </a:defRPr>
            </a:pPr>
            <a:r>
              <a:t>3. Gameplay and Telemetry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>
                <a:solidFill>
                  <a:srgbClr val="1E293B"/>
                </a:solidFill>
              </a:defRPr>
            </a:pPr>
            <a:r>
              <a:t>Player sessions emit stage_start, stage_complete/fail, retries, resources, and quit events</a:t>
            </a:r>
          </a:p>
          <a:p>
            <a:pPr>
              <a:defRPr sz="2400">
                <a:solidFill>
                  <a:srgbClr val="1E293B"/>
                </a:solidFill>
              </a:defRPr>
            </a:pPr>
            <a:r>
              <a:t>Backend validation catches missing fields, impossible sequences, and invalid payload values</a:t>
            </a:r>
          </a:p>
          <a:p>
            <a:pPr>
              <a:defRPr sz="2400">
                <a:solidFill>
                  <a:srgbClr val="1E293B"/>
                </a:solidFill>
              </a:defRPr>
            </a:pPr>
            <a:r>
              <a:t>Telemetry is stored pseudonymously and reused for seeded analytics even offline</a:t>
            </a:r>
          </a:p>
          <a:p>
            <a:pPr>
              <a:defRPr sz="2400">
                <a:solidFill>
                  <a:srgbClr val="1E293B"/>
                </a:solidFill>
              </a:defRPr>
            </a:pPr>
            <a:r>
              <a:t>Post-run summary gives players completion/time/resource feedback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i="1">
                <a:solidFill>
                  <a:srgbClr val="2563EB"/>
                </a:solidFill>
              </a:defRPr>
            </a:pPr>
            <a:r>
              <a:t>Talk track: show one short run, then open dashboard immediately.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F172A"/>
                </a:solidFill>
              </a:defRPr>
            </a:pPr>
            <a:r>
              <a:t>4. Architecture Overview</a:t>
            </a:r>
          </a:p>
        </p:txBody>
      </p:sp>
      <p:pic>
        <p:nvPicPr>
          <p:cNvPr id="3" name="Picture 2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88720"/>
            <a:ext cx="10515600" cy="934789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2563EB"/>
                </a:solidFill>
              </a:defRPr>
            </a:pPr>
            <a:r>
              <a:t>Client (React) -&gt; API (Flask) -&gt; SQLite telemetry store -&gt; analytics and balancing endpoints.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F172A"/>
                </a:solidFill>
              </a:defRPr>
            </a:pPr>
            <a:r>
              <a:t>5. Data Model for Analytics and Auditing</a:t>
            </a:r>
          </a:p>
        </p:txBody>
      </p:sp>
      <p:pic>
        <p:nvPicPr>
          <p:cNvPr id="3" name="Picture 2" descr="data-model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88720"/>
            <a:ext cx="10515600" cy="1508427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2563EB"/>
                </a:solidFill>
              </a:defRPr>
            </a:pPr>
            <a:r>
              <a:t>Core entities include users, sessions, events, configs, rules, decisions, and anomalies.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F172A"/>
                </a:solidFill>
              </a:defRPr>
            </a:pPr>
            <a:r>
              <a:t>6. Dashboard Insights for Designers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>
                <a:solidFill>
                  <a:srgbClr val="1E293B"/>
                </a:solidFill>
              </a:defRPr>
            </a:pPr>
            <a:r>
              <a:t>Funnel analytics: stage-by-stage completion and drop-off rates</a:t>
            </a:r>
          </a:p>
          <a:p>
            <a:pPr>
              <a:defRPr sz="2400">
                <a:solidFill>
                  <a:srgbClr val="1E293B"/>
                </a:solidFill>
              </a:defRPr>
            </a:pPr>
            <a:r>
              <a:t>Difficulty spike detection: high fail/time pressure stages are highlighted</a:t>
            </a:r>
          </a:p>
          <a:p>
            <a:pPr>
              <a:defRPr sz="2400">
                <a:solidFill>
                  <a:srgbClr val="1E293B"/>
                </a:solidFill>
              </a:defRPr>
            </a:pPr>
            <a:r>
              <a:t>Progression curves: completion time and token economy trends by stage</a:t>
            </a:r>
          </a:p>
          <a:p>
            <a:pPr>
              <a:defRPr sz="2400">
                <a:solidFill>
                  <a:srgbClr val="1E293B"/>
                </a:solidFill>
              </a:defRPr>
            </a:pPr>
            <a:r>
              <a:t>Fairness indicators: segment comparison (e.g., fast vs slow players)</a:t>
            </a:r>
          </a:p>
          <a:p>
            <a:pPr>
              <a:defRPr sz="2400">
                <a:solidFill>
                  <a:srgbClr val="1E293B"/>
                </a:solidFill>
              </a:defRPr>
            </a:pPr>
            <a:r>
              <a:t>Config comparison mode for easy vs balanced vs hard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F172A"/>
                </a:solidFill>
              </a:defRPr>
            </a:pPr>
            <a:r>
              <a:t>7. Balancing Toolkit Demo Scenario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>
                <a:solidFill>
                  <a:srgbClr val="1E293B"/>
                </a:solidFill>
              </a:defRPr>
            </a:pPr>
            <a:r>
              <a:t>Rule triggers flag problematic stages (e.g., fail rate too high, fairness gap too large)</a:t>
            </a:r>
          </a:p>
          <a:p>
            <a:pPr>
              <a:defRPr sz="2400">
                <a:solidFill>
                  <a:srgbClr val="1E293B"/>
                </a:solidFill>
              </a:defRPr>
            </a:pPr>
            <a:r>
              <a:t>Designer edits parameters (timer, move limits, helper costs, penalties, rewards)</a:t>
            </a:r>
          </a:p>
          <a:p>
            <a:pPr>
              <a:defRPr sz="2400">
                <a:solidFill>
                  <a:srgbClr val="1E293B"/>
                </a:solidFill>
              </a:defRPr>
            </a:pPr>
            <a:r>
              <a:t>Simulation estimates before/after completion, failure, and quit rates</a:t>
            </a:r>
          </a:p>
          <a:p>
            <a:pPr>
              <a:defRPr sz="2400">
                <a:solidFill>
                  <a:srgbClr val="1E293B"/>
                </a:solidFill>
              </a:defRPr>
            </a:pPr>
            <a:r>
              <a:t>Decision log captures change, rationale, and evidence link for auditability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i="1">
                <a:solidFill>
                  <a:srgbClr val="2563EB"/>
                </a:solidFill>
              </a:defRPr>
            </a:pPr>
            <a:r>
              <a:t>Demo example: +10 seconds on Stage 2 increased predicted completion rate.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F172A"/>
                </a:solidFill>
              </a:defRPr>
            </a:pPr>
            <a:r>
              <a:t>8. Testing and Quality Evidence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280160"/>
          <a:ext cx="114300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73152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Automated coverage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Current evidence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Telemetry 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Unit tests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Event required fields and types validated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Data ingestion/storage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Integration tests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POST /api/events persisted to SQLite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Dashboard computations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Metrics tests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Funnel/stage/fairness computations verified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Balancing rules/simulation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Balancing tests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Simulation route returns expected deltas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Export endpoints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API tests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CSV export route behavior covered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852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2563EB"/>
                </a:solidFill>
              </a:defRPr>
            </a:pPr>
            <a:r>
              <a:t>Repository currently contains 15 automated tests across backend test modules.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F172A"/>
                </a:solidFill>
              </a:defRPr>
            </a:pPr>
            <a:r>
              <a:t>9. Client Handover and 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>
                <a:solidFill>
                  <a:srgbClr val="1E293B"/>
                </a:solidFill>
              </a:defRPr>
            </a:pPr>
            <a:r>
              <a:t>Deployment guide includes local run, production setup, and test commands</a:t>
            </a:r>
          </a:p>
          <a:p>
            <a:pPr>
              <a:defRPr sz="2400">
                <a:solidFill>
                  <a:srgbClr val="1E293B"/>
                </a:solidFill>
              </a:defRPr>
            </a:pPr>
            <a:r>
              <a:t>System remains usable with seeded telemetry data if external services are unavailable</a:t>
            </a:r>
          </a:p>
          <a:p>
            <a:pPr>
              <a:defRPr sz="2400">
                <a:solidFill>
                  <a:srgbClr val="1E293B"/>
                </a:solidFill>
              </a:defRPr>
            </a:pPr>
            <a:r>
              <a:t>Environment-variable based configuration avoids hardcoded secrets</a:t>
            </a:r>
          </a:p>
          <a:p>
            <a:pPr>
              <a:defRPr sz="2400">
                <a:solidFill>
                  <a:srgbClr val="1E293B"/>
                </a:solidFill>
              </a:defRPr>
            </a:pPr>
            <a:r>
              <a:t>Maintainer extension path: add new event type + update schema, ingestion, and metrics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F172A"/>
                </a:solidFill>
              </a:defRPr>
            </a:pPr>
            <a:r>
              <a:t>10. Evaluation Highlights and 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>
                <a:solidFill>
                  <a:srgbClr val="1E293B"/>
                </a:solidFill>
              </a:defRPr>
            </a:pPr>
            <a:r>
              <a:t>Detection validity: rules identify known difficult stages in seeded data</a:t>
            </a:r>
          </a:p>
          <a:p>
            <a:pPr>
              <a:defRPr sz="2400">
                <a:solidFill>
                  <a:srgbClr val="1E293B"/>
                </a:solidFill>
              </a:defRPr>
            </a:pPr>
            <a:r>
              <a:t>Fairness analysis: segment gaps are measurable and can drive mitigations</a:t>
            </a:r>
          </a:p>
          <a:p>
            <a:pPr>
              <a:defRPr sz="2400">
                <a:solidFill>
                  <a:srgbClr val="1E293B"/>
                </a:solidFill>
              </a:defRPr>
            </a:pPr>
            <a:r>
              <a:t>Balancing effectiveness: simulation previews expected progression improvements</a:t>
            </a:r>
          </a:p>
          <a:p>
            <a:pPr>
              <a:defRPr sz="2400">
                <a:solidFill>
                  <a:srgbClr val="1E293B"/>
                </a:solidFill>
              </a:defRPr>
            </a:pPr>
            <a:r>
              <a:t>Limitation: simulation is lightweight and should be validated with further playtesting</a:t>
            </a:r>
          </a:p>
          <a:p>
            <a:pPr>
              <a:defRPr sz="2400">
                <a:solidFill>
                  <a:srgbClr val="1E293B"/>
                </a:solidFill>
              </a:defRPr>
            </a:pPr>
            <a:r>
              <a:t>Limitation: final manual testing evidence should be packaged in testing_evidence.pdf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F172A"/>
                </a:solidFill>
              </a:defRPr>
            </a:pPr>
            <a:r>
              <a:t>11. Risks, Next Steps, and Closing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>
                <a:solidFill>
                  <a:srgbClr val="1E293B"/>
                </a:solidFill>
              </a:defRPr>
            </a:pPr>
            <a:r>
              <a:t>Risk: over-tuning for one segment can hurt fairness for others</a:t>
            </a:r>
          </a:p>
          <a:p>
            <a:pPr>
              <a:defRPr sz="2400">
                <a:solidFill>
                  <a:srgbClr val="1E293B"/>
                </a:solidFill>
              </a:defRPr>
            </a:pPr>
            <a:r>
              <a:t>Risk: telemetry quality degrades insight quality if validation rules are bypassed</a:t>
            </a:r>
          </a:p>
          <a:p>
            <a:pPr>
              <a:defRPr sz="2400">
                <a:solidFill>
                  <a:srgbClr val="1E293B"/>
                </a:solidFill>
              </a:defRPr>
            </a:pPr>
            <a:r>
              <a:t>Next step: continue scenario-based balancing cycles with decision audit trail</a:t>
            </a:r>
          </a:p>
          <a:p>
            <a:pPr>
              <a:defRPr sz="2400">
                <a:solidFill>
                  <a:srgbClr val="1E293B"/>
                </a:solidFill>
              </a:defRPr>
            </a:pPr>
            <a:r>
              <a:t>Next step: extend manual E2E evidence pack and maintainer runbook details</a:t>
            </a:r>
          </a:p>
          <a:p>
            <a:pPr>
              <a:defRPr sz="2400">
                <a:solidFill>
                  <a:srgbClr val="1E293B"/>
                </a:solidFill>
              </a:defRPr>
            </a:pPr>
            <a:r>
              <a:t>Final outcome: Telemilitary provides a practical telemetry-driven balancing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i="1">
                <a:solidFill>
                  <a:srgbClr val="2563EB"/>
                </a:solidFill>
              </a:defRPr>
            </a:pPr>
            <a:r>
              <a:t>Final minute in presentation: recap value, limitations, and practical roadmap.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