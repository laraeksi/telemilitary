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Telemilitary - CW2 Final Submission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COMM2020 Project 7 | Indie Game Telemetry and Fair Progression Balancer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Recap (What You'll See)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Game concept and telemetry-driven balancing problem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How we capture, validate, and store telemetry events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Dashboard views: funnels, spikes, progression, and fairness indicators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Balancing toolkit: rule suggestions, simulation previews, and decision logging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Testing, handover pack, and evaluation highlights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1. What We Delivered in Sprint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Playable browser memory game with 10 stages across easy/balanced/hard configs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Telemetry pipeline captures and validates gameplay events in Flask + SQLite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Designer dashboard supports funnel, spikes, progression, fairness, and comparison views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Rule-based balancing toolkit with simulation and decision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i="1">
                <a:solidFill>
                  <a:srgbClr val="2563EB"/>
                </a:solidFill>
              </a:defRPr>
            </a:pPr>
            <a:r>
              <a:t>Live demo focus: game -&gt; telemetry -&gt; dashboard -&gt; balancing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2. CW2 Specification Alignment (Core)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 requirement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Project 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Evidence in this build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10+ stages + 3 mechanics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10-stage progression, timer/moves, powerups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12+ telemetry event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15 documented event types in shared schema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Dashboard with fairness + 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Dashboard pages and metrics endpoints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6+ balancing rules +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6 rules in balancing logic + /simulate route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RBAC and pseudonymous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Designer login and role checks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563EB"/>
                </a:solidFill>
              </a:defRPr>
            </a:pPr>
            <a:r>
              <a:t>All points trace to current repository implementation and docs.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3. Gameplay and Telemetry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Player sessions emit stage_start, stage_complete/fail, retries, resources, and quit events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Backend validation catches missing fields, impossible sequences, and invalid payload values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Telemetry is stored pseudonymously and reused for seeded analytics even offline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Post-run summary gives players completion/time/resource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i="1">
                <a:solidFill>
                  <a:srgbClr val="2563EB"/>
                </a:solidFill>
              </a:defRPr>
            </a:pPr>
            <a:r>
              <a:t>Talk track: show one short run, then open dashboard immediately.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4. Architecture Overview</a:t>
            </a:r>
          </a:p>
        </p:txBody>
      </p:sp>
      <p:pic>
        <p:nvPicPr>
          <p:cNvPr id="3" name="Picture 2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9347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563EB"/>
                </a:solidFill>
              </a:defRPr>
            </a:pPr>
            <a:r>
              <a:t>Client (React) -&gt; API (Flask) -&gt; SQLite telemetry store -&gt; analytics and balancing endpoints.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5. Data Model for Analytics and Auditing</a:t>
            </a:r>
          </a:p>
        </p:txBody>
      </p:sp>
      <p:pic>
        <p:nvPicPr>
          <p:cNvPr id="3" name="Picture 2" descr="data-mode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150842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563EB"/>
                </a:solidFill>
              </a:defRPr>
            </a:pPr>
            <a:r>
              <a:t>Core entities include users, sessions, events, configs, rules, decisions, and anomalies.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6. Dashboard Insights for Designers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Funnel analytics: stage-by-stage completion and drop-off rates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Difficulty spike detection: high fail/time pressure stages are highlighted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Progression curves: completion time and token economy trends by stage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Fairness indicators: segment comparison (e.g., fast vs slow players)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Config comparison mode for easy vs balanced vs hard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7. Balancing Toolkit 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Rule triggers flag problematic stages (e.g., fail rate too high, fairness gap too large)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Designer edits parameters (timer, move limits, helper costs, penalties, rewards)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Simulation estimates before/after completion, failure, and quit rates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Decision log captures change, rationale, and evidence link for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i="1">
                <a:solidFill>
                  <a:srgbClr val="2563EB"/>
                </a:solidFill>
              </a:defRPr>
            </a:pPr>
            <a:r>
              <a:t>Demo example: +10 seconds on Stage 2 increased predicted completion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8. Testing and Quality Evidence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Automated coverage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evidence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Telemetry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Event required fields and types validated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Data ingestion/storage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Integration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POST /api/events persisted to SQLite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Dashboard computations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Metrics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Funnel/stage/fairness computations verified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Balancing rules/simulation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Balancing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Simulation route returns expected deltas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Export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API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CSV export route behavior covered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563EB"/>
                </a:solidFill>
              </a:defRPr>
            </a:pPr>
            <a:r>
              <a:t>Repository currently contains 15 automated tests across backend test modules.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9. Client Handover and 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Deployment guide includes local run, production setup, and test commands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System remains usable with seeded telemetry data if external services are unavailable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Environment-variable based configuration avoids hardcoded secrets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Maintainer extension path: add new event type + update schema, ingestion, and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10. Evaluation Highlights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Detection validity: rules identify known difficult stages in seeded data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Fairness analysis: segment gaps are measurable and can drive mitigations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Balancing effectiveness: simulation previews expected progression improvements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Limitation: simulation is lightweight and should be validated with further playtesting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Limitation: final manual testing evidence should be packaged in testing_evidence.pdf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11. Risks, Next Steps, and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Risk: over-tuning for one segment can hurt fairness for others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Risk: telemetry quality degrades insight quality if validation rules are bypassed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Next step: continue scenario-based balancing cycles with decision audit trail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Next step: extend manual E2E evidence pack and maintainer runbook details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Final outcome: Telemilitary provides a practical telemetry-driven balancing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i="1">
                <a:solidFill>
                  <a:srgbClr val="2563EB"/>
                </a:solidFill>
              </a:defRPr>
            </a:pPr>
            <a:r>
              <a:t>Final minute in presentation: recap value, limitations, and practical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